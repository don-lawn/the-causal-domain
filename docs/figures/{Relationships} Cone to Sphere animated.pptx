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8EB06D-32E1-41F3-9B09-74FD502131E5}">
          <p14:sldIdLst/>
        </p14:section>
        <p14:section name="Untitled Section" id="{0B9D1BE6-21CF-4FEF-873C-406ECA3C852E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F9C"/>
    <a:srgbClr val="DCC5ED"/>
    <a:srgbClr val="C9C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74" autoAdjust="0"/>
  </p:normalViewPr>
  <p:slideViewPr>
    <p:cSldViewPr snapToGrid="0" showGuides="1">
      <p:cViewPr varScale="1">
        <p:scale>
          <a:sx n="98" d="100"/>
          <a:sy n="98" d="100"/>
        </p:scale>
        <p:origin x="84" y="84"/>
      </p:cViewPr>
      <p:guideLst>
        <p:guide orient="horz" pos="2137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DCC7-BEAC-4EE8-858F-E04AAF27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9290-29D0-457B-B044-879445AB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5847-9D66-4953-A26F-8C5685F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F9F5-B9CE-4753-8BC3-F70FAAE8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ECF2-50BF-4201-B487-ED3654B1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CB8E-3011-4DE3-8B6F-57F8387E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152C-4136-4BE3-B937-BB6B7D21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E4C89-F61A-496C-87AD-EA97929D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B741-7B4F-4200-A841-303ECB0A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A205-581C-4FF6-901C-00EA228D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56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8454-764A-4324-9C86-40DFE462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3347-1D7E-4B0B-A307-0E903996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B838-B898-4948-80FE-993BE6AF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7F00-CD0F-41C1-A6C0-948D79F9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83B8-14F9-48E3-8B89-7230C333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4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7C95-DBE3-4B96-83A9-5592C8E9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4C0EA-0F04-47FE-ADC3-999CD077A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3A04-F562-47E4-9139-C7B06768B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0926F-AF44-4A6A-BBAC-BAAACFD1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66194-BD25-40D2-A742-990661C3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2AAD5-194C-4C3F-9BB6-98A3589F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09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D7F5-0379-442D-8400-228343B2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A3C2-60B8-4022-AB42-7978AB0A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83A2F-4DBB-4B5E-9B13-B055C1F6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DE1E6-E821-4605-9CE6-72A2721C1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8985F-BF82-44C4-826A-D6B06571A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6AF9A-17FE-438A-8E7E-C2583883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14F6-7B44-4798-A5C4-06EAE7C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3E7B5-BF41-4A9F-B902-8EE0AFA5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72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B455-E18A-4FE9-BAAF-38EF9286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830A8-34E6-4102-AE17-879080C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EB0D1-762E-4576-A4C1-CC5467FA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573D4-E620-4E0D-B513-406018C8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0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0D8B0-6771-40F5-89D4-EBACAEDA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2242D-54FD-4E2C-9DF9-8309C4F1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05E1-F6B0-499C-AE2A-1A57D820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5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5FF8-E475-4952-AE1B-83E35545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D929-A15F-4338-99F1-D8171D01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F702-A9C2-4F1C-A552-342136421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5AA9-2C59-458A-AE61-B5AB5051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DF8E-1286-4561-9056-CF60D18E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E3AB-42E4-4F39-8BD9-4C8B8C84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07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67B5-B035-4A4A-949F-595B2694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1A97A-70E0-4C11-9667-B05EF0043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7B285-109D-4299-9138-2FF887B45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433F-B2E5-4868-B6FE-3A56D34C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D99E-14C1-4746-9EC0-701B8602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4DFF5-EA74-41FE-808E-BFDD076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4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D0C-1994-403A-B014-F93B39BD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C475D-0F35-4DB5-987B-B8564CC9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9480E-A513-4F2C-8463-37E330E6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5988-EBBF-402C-B2A9-016401C9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FBD2-5527-4CA0-9FAF-9B486CDC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6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87E2F-C318-4156-B5C8-87D0DD881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2A8F0-6B3C-40E6-85F4-E4AF4975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AD22-7F70-4E02-BFA3-6EE928D9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C22A-8BA7-466B-9587-FCEDB9B7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EDFE-B548-499E-8898-B446F828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1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21DC-8981-4290-ADDF-49CEB40D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001D-9926-49F3-A830-A7F3AF71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B225-C08B-4020-AC4F-F97BEEA65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8548-7373-4C4D-A961-DEFDBBFAA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CFA4-9068-4D89-AD31-EE752CDAB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c 44">
            <a:extLst>
              <a:ext uri="{FF2B5EF4-FFF2-40B4-BE49-F238E27FC236}">
                <a16:creationId xmlns:a16="http://schemas.microsoft.com/office/drawing/2014/main" id="{012F6913-1623-4C49-84F3-749C70B2C3EA}"/>
              </a:ext>
            </a:extLst>
          </p:cNvPr>
          <p:cNvSpPr/>
          <p:nvPr/>
        </p:nvSpPr>
        <p:spPr>
          <a:xfrm>
            <a:off x="2124038" y="1935369"/>
            <a:ext cx="5734050" cy="5774938"/>
          </a:xfrm>
          <a:prstGeom prst="arc">
            <a:avLst>
              <a:gd name="adj1" fmla="val 16200000"/>
              <a:gd name="adj2" fmla="val 21566894"/>
            </a:avLst>
          </a:prstGeom>
          <a:noFill/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C0042E-9560-4C3A-886D-31CF423EBC97}"/>
              </a:ext>
            </a:extLst>
          </p:cNvPr>
          <p:cNvSpPr/>
          <p:nvPr/>
        </p:nvSpPr>
        <p:spPr>
          <a:xfrm>
            <a:off x="2097451" y="4488232"/>
            <a:ext cx="5760000" cy="672634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0A064A-3C87-421E-88DC-A226EE4458E8}"/>
              </a:ext>
            </a:extLst>
          </p:cNvPr>
          <p:cNvSpPr/>
          <p:nvPr/>
        </p:nvSpPr>
        <p:spPr>
          <a:xfrm>
            <a:off x="4968552" y="1935369"/>
            <a:ext cx="3600" cy="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BEE186-B201-4CF1-90D8-36DAD3404286}"/>
              </a:ext>
            </a:extLst>
          </p:cNvPr>
          <p:cNvCxnSpPr>
            <a:cxnSpLocks/>
            <a:stCxn id="3" idx="2"/>
            <a:endCxn id="4" idx="3"/>
          </p:cNvCxnSpPr>
          <p:nvPr/>
        </p:nvCxnSpPr>
        <p:spPr>
          <a:xfrm flipV="1">
            <a:off x="2097451" y="1938442"/>
            <a:ext cx="2871628" cy="288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597060-8A37-451A-913F-70AC35CFA0C4}"/>
              </a:ext>
            </a:extLst>
          </p:cNvPr>
          <p:cNvCxnSpPr>
            <a:cxnSpLocks/>
            <a:stCxn id="3" idx="6"/>
            <a:endCxn id="4" idx="6"/>
          </p:cNvCxnSpPr>
          <p:nvPr/>
        </p:nvCxnSpPr>
        <p:spPr>
          <a:xfrm flipH="1" flipV="1">
            <a:off x="4972152" y="1937169"/>
            <a:ext cx="2885299" cy="2887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37C40E-C39B-4A9E-88C7-90510007C713}"/>
              </a:ext>
            </a:extLst>
          </p:cNvPr>
          <p:cNvCxnSpPr>
            <a:cxnSpLocks/>
            <a:stCxn id="3" idx="3"/>
            <a:endCxn id="4" idx="4"/>
          </p:cNvCxnSpPr>
          <p:nvPr/>
        </p:nvCxnSpPr>
        <p:spPr>
          <a:xfrm flipV="1">
            <a:off x="2940983" y="1938969"/>
            <a:ext cx="2029369" cy="3123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BBCB57-11A6-4650-BCAF-70CA46423329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flipV="1">
            <a:off x="2940983" y="1938442"/>
            <a:ext cx="2028096" cy="2648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87E3C6-86B8-44EB-9840-149E7D6DCDC9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H="1" flipV="1">
            <a:off x="4968552" y="1937169"/>
            <a:ext cx="2045367" cy="2649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768D22-1696-41DA-B3B5-902E5766D5E2}"/>
              </a:ext>
            </a:extLst>
          </p:cNvPr>
          <p:cNvCxnSpPr>
            <a:cxnSpLocks/>
            <a:stCxn id="3" idx="5"/>
            <a:endCxn id="4" idx="1"/>
          </p:cNvCxnSpPr>
          <p:nvPr/>
        </p:nvCxnSpPr>
        <p:spPr>
          <a:xfrm flipH="1" flipV="1">
            <a:off x="4969079" y="1935896"/>
            <a:ext cx="2044840" cy="3126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C339E4-7BD3-4ABF-B578-0837360FBBFA}"/>
              </a:ext>
            </a:extLst>
          </p:cNvPr>
          <p:cNvCxnSpPr>
            <a:cxnSpLocks/>
            <a:stCxn id="3" idx="0"/>
            <a:endCxn id="4" idx="0"/>
          </p:cNvCxnSpPr>
          <p:nvPr/>
        </p:nvCxnSpPr>
        <p:spPr>
          <a:xfrm flipH="1" flipV="1">
            <a:off x="4970352" y="1935369"/>
            <a:ext cx="7099" cy="2552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8E3B59-F32F-44F3-BA4C-38CABCBDAC38}"/>
              </a:ext>
            </a:extLst>
          </p:cNvPr>
          <p:cNvCxnSpPr>
            <a:cxnSpLocks/>
            <a:stCxn id="3" idx="4"/>
            <a:endCxn id="4" idx="3"/>
          </p:cNvCxnSpPr>
          <p:nvPr/>
        </p:nvCxnSpPr>
        <p:spPr>
          <a:xfrm flipH="1" flipV="1">
            <a:off x="4969079" y="1938442"/>
            <a:ext cx="8372" cy="322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76313E-CBBA-4EF4-8568-0ABB6D55E4D1}"/>
              </a:ext>
            </a:extLst>
          </p:cNvPr>
          <p:cNvCxnSpPr>
            <a:cxnSpLocks/>
          </p:cNvCxnSpPr>
          <p:nvPr/>
        </p:nvCxnSpPr>
        <p:spPr>
          <a:xfrm flipH="1" flipV="1">
            <a:off x="4979990" y="1938969"/>
            <a:ext cx="1" cy="288558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A99AE4-F662-4B7C-9F2E-3E309EE8E948}"/>
              </a:ext>
            </a:extLst>
          </p:cNvPr>
          <p:cNvCxnSpPr>
            <a:cxnSpLocks/>
            <a:stCxn id="3" idx="2"/>
            <a:endCxn id="3" idx="6"/>
          </p:cNvCxnSpPr>
          <p:nvPr/>
        </p:nvCxnSpPr>
        <p:spPr>
          <a:xfrm>
            <a:off x="2097451" y="4824549"/>
            <a:ext cx="57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EA0E19F-EE7D-4E58-AF01-6B84C563404E}"/>
              </a:ext>
            </a:extLst>
          </p:cNvPr>
          <p:cNvCxnSpPr>
            <a:cxnSpLocks/>
            <a:stCxn id="3" idx="4"/>
            <a:endCxn id="3" idx="0"/>
          </p:cNvCxnSpPr>
          <p:nvPr/>
        </p:nvCxnSpPr>
        <p:spPr>
          <a:xfrm flipV="1">
            <a:off x="4977451" y="4488232"/>
            <a:ext cx="0" cy="672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C44BC3-1777-4E34-A7FD-3B34C9AAFE10}"/>
              </a:ext>
            </a:extLst>
          </p:cNvPr>
          <p:cNvCxnSpPr>
            <a:cxnSpLocks/>
            <a:endCxn id="3" idx="6"/>
          </p:cNvCxnSpPr>
          <p:nvPr/>
        </p:nvCxnSpPr>
        <p:spPr>
          <a:xfrm flipV="1">
            <a:off x="4970879" y="4824549"/>
            <a:ext cx="2886572" cy="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AA5A2-B422-4CA3-95EC-1139D39D0367}"/>
              </a:ext>
            </a:extLst>
          </p:cNvPr>
          <p:cNvCxnSpPr>
            <a:cxnSpLocks/>
            <a:stCxn id="4" idx="7"/>
            <a:endCxn id="3" idx="6"/>
          </p:cNvCxnSpPr>
          <p:nvPr/>
        </p:nvCxnSpPr>
        <p:spPr>
          <a:xfrm>
            <a:off x="4971625" y="1935896"/>
            <a:ext cx="2885826" cy="28886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82FB1-09E5-439F-B8BA-66EC0C305100}"/>
                  </a:ext>
                </a:extLst>
              </p:cNvPr>
              <p:cNvSpPr txBox="1"/>
              <p:nvPr/>
            </p:nvSpPr>
            <p:spPr>
              <a:xfrm>
                <a:off x="1407757" y="2512831"/>
                <a:ext cx="2390775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82FB1-09E5-439F-B8BA-66EC0C305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57" y="2512831"/>
                <a:ext cx="2390775" cy="609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504B03-6766-45CC-ABC9-114AB76F63B3}"/>
                  </a:ext>
                </a:extLst>
              </p:cNvPr>
              <p:cNvSpPr txBox="1"/>
              <p:nvPr/>
            </p:nvSpPr>
            <p:spPr>
              <a:xfrm>
                <a:off x="4519312" y="3195556"/>
                <a:ext cx="581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504B03-6766-45CC-ABC9-114AB76F6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312" y="3195556"/>
                <a:ext cx="581022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20BC9-20B2-47C0-8AD8-4D78640A7A0B}"/>
                  </a:ext>
                </a:extLst>
              </p:cNvPr>
              <p:cNvSpPr txBox="1"/>
              <p:nvPr/>
            </p:nvSpPr>
            <p:spPr>
              <a:xfrm>
                <a:off x="6103985" y="4800707"/>
                <a:ext cx="581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20BC9-20B2-47C0-8AD8-4D78640A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85" y="4800707"/>
                <a:ext cx="5810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383D66-12F2-4FDC-B9CA-558B74A4B8BC}"/>
                  </a:ext>
                </a:extLst>
              </p:cNvPr>
              <p:cNvSpPr txBox="1"/>
              <p:nvPr/>
            </p:nvSpPr>
            <p:spPr>
              <a:xfrm>
                <a:off x="4788560" y="4798255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383D66-12F2-4FDC-B9CA-558B74A4B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560" y="4798255"/>
                <a:ext cx="6080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45CEAB-C4B1-41A5-A9B0-B2FEFFE797C7}"/>
                  </a:ext>
                </a:extLst>
              </p:cNvPr>
              <p:cNvSpPr txBox="1"/>
              <p:nvPr/>
            </p:nvSpPr>
            <p:spPr>
              <a:xfrm>
                <a:off x="4492274" y="1792986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45CEAB-C4B1-41A5-A9B0-B2FEFFE7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74" y="1792986"/>
                <a:ext cx="60806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266551-3312-44D2-BB9E-3D8B15D1581F}"/>
                  </a:ext>
                </a:extLst>
              </p:cNvPr>
              <p:cNvSpPr txBox="1"/>
              <p:nvPr/>
            </p:nvSpPr>
            <p:spPr>
              <a:xfrm>
                <a:off x="4525475" y="4479779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266551-3312-44D2-BB9E-3D8B15D15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475" y="4479779"/>
                <a:ext cx="6080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24D25-4C40-457A-A34E-8FCE8B45A6A1}"/>
                  </a:ext>
                </a:extLst>
              </p:cNvPr>
              <p:cNvSpPr txBox="1"/>
              <p:nvPr/>
            </p:nvSpPr>
            <p:spPr>
              <a:xfrm>
                <a:off x="7550227" y="4803798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24D25-4C40-457A-A34E-8FCE8B45A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27" y="4803798"/>
                <a:ext cx="60806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379F8C0-A605-4EB6-91EF-9E361A5704BC}"/>
              </a:ext>
            </a:extLst>
          </p:cNvPr>
          <p:cNvSpPr txBox="1"/>
          <p:nvPr/>
        </p:nvSpPr>
        <p:spPr>
          <a:xfrm>
            <a:off x="4895852" y="5127507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Event Horizon</a:t>
            </a:r>
            <a:endParaRPr lang="en-A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F5E3A8-706C-4FB0-8B0B-CABD9FD70BAE}"/>
              </a:ext>
            </a:extLst>
          </p:cNvPr>
          <p:cNvSpPr txBox="1"/>
          <p:nvPr/>
        </p:nvSpPr>
        <p:spPr>
          <a:xfrm>
            <a:off x="5057997" y="1463734"/>
            <a:ext cx="14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Free Space</a:t>
            </a:r>
            <a:endParaRPr lang="en-AU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F59C39-F72C-4EC4-9E1C-92B35E371409}"/>
              </a:ext>
            </a:extLst>
          </p:cNvPr>
          <p:cNvSpPr txBox="1"/>
          <p:nvPr/>
        </p:nvSpPr>
        <p:spPr>
          <a:xfrm>
            <a:off x="3465568" y="1096748"/>
            <a:ext cx="304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{Relationship} Cone to Sphere</a:t>
            </a: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C8C8038B-5AFE-4BA7-B541-7D383E00225B}"/>
              </a:ext>
            </a:extLst>
          </p:cNvPr>
          <p:cNvSpPr/>
          <p:nvPr/>
        </p:nvSpPr>
        <p:spPr>
          <a:xfrm>
            <a:off x="6274834" y="3169280"/>
            <a:ext cx="254832" cy="38037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D1AC7987-298F-4813-9350-6AB17E6F8066}"/>
              </a:ext>
            </a:extLst>
          </p:cNvPr>
          <p:cNvSpPr/>
          <p:nvPr/>
        </p:nvSpPr>
        <p:spPr>
          <a:xfrm>
            <a:off x="5518988" y="2369398"/>
            <a:ext cx="254832" cy="38037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F6DE0792-CADD-4846-ADE6-0FDCB2D9055A}"/>
              </a:ext>
            </a:extLst>
          </p:cNvPr>
          <p:cNvSpPr/>
          <p:nvPr/>
        </p:nvSpPr>
        <p:spPr>
          <a:xfrm>
            <a:off x="7180853" y="4083297"/>
            <a:ext cx="254832" cy="38037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071CD6-3E45-4D5F-839C-9D44EA0556B1}"/>
              </a:ext>
            </a:extLst>
          </p:cNvPr>
          <p:cNvCxnSpPr/>
          <p:nvPr/>
        </p:nvCxnSpPr>
        <p:spPr>
          <a:xfrm>
            <a:off x="6685007" y="2301801"/>
            <a:ext cx="495846" cy="447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27169A-637F-4433-88A2-F8FB00ED2C51}"/>
              </a:ext>
            </a:extLst>
          </p:cNvPr>
          <p:cNvCxnSpPr>
            <a:cxnSpLocks/>
          </p:cNvCxnSpPr>
          <p:nvPr/>
        </p:nvCxnSpPr>
        <p:spPr>
          <a:xfrm>
            <a:off x="7478538" y="3121908"/>
            <a:ext cx="292723" cy="54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D18568-F3D3-40F2-A7D8-80FD1E4A1D11}"/>
              </a:ext>
            </a:extLst>
          </p:cNvPr>
          <p:cNvCxnSpPr>
            <a:cxnSpLocks/>
          </p:cNvCxnSpPr>
          <p:nvPr/>
        </p:nvCxnSpPr>
        <p:spPr>
          <a:xfrm>
            <a:off x="7859752" y="4055231"/>
            <a:ext cx="80541" cy="489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8B9AAF-F474-40CB-BF12-AC72DD832867}"/>
              </a:ext>
            </a:extLst>
          </p:cNvPr>
          <p:cNvCxnSpPr>
            <a:cxnSpLocks/>
          </p:cNvCxnSpPr>
          <p:nvPr/>
        </p:nvCxnSpPr>
        <p:spPr>
          <a:xfrm flipV="1">
            <a:off x="4979990" y="1841519"/>
            <a:ext cx="416630" cy="12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6630DD-16BC-4038-98B1-4152E985E37E}"/>
              </a:ext>
            </a:extLst>
          </p:cNvPr>
          <p:cNvCxnSpPr>
            <a:cxnSpLocks/>
          </p:cNvCxnSpPr>
          <p:nvPr/>
        </p:nvCxnSpPr>
        <p:spPr>
          <a:xfrm>
            <a:off x="5863809" y="1919043"/>
            <a:ext cx="567323" cy="265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5EBE3B6-26B2-4ACD-BCE6-C6D916D8905F}"/>
              </a:ext>
            </a:extLst>
          </p:cNvPr>
          <p:cNvCxnSpPr>
            <a:cxnSpLocks/>
          </p:cNvCxnSpPr>
          <p:nvPr/>
        </p:nvCxnSpPr>
        <p:spPr>
          <a:xfrm flipH="1" flipV="1">
            <a:off x="4965001" y="1948383"/>
            <a:ext cx="14987" cy="5761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C2D1905A-B3D4-46B6-A056-B62DD93977F4}"/>
              </a:ext>
            </a:extLst>
          </p:cNvPr>
          <p:cNvSpPr/>
          <p:nvPr/>
        </p:nvSpPr>
        <p:spPr>
          <a:xfrm>
            <a:off x="2117558" y="4485352"/>
            <a:ext cx="5708134" cy="678394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E9EA0771-8FBE-41BB-BACA-D200E9A81968}"/>
              </a:ext>
            </a:extLst>
          </p:cNvPr>
          <p:cNvSpPr/>
          <p:nvPr/>
        </p:nvSpPr>
        <p:spPr>
          <a:xfrm>
            <a:off x="2116055" y="1935369"/>
            <a:ext cx="5721382" cy="5697414"/>
          </a:xfrm>
          <a:prstGeom prst="arc">
            <a:avLst>
              <a:gd name="adj1" fmla="val 10798319"/>
              <a:gd name="adj2" fmla="val 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B5BA0FE2-3013-4B42-9BED-822669458C85}"/>
              </a:ext>
            </a:extLst>
          </p:cNvPr>
          <p:cNvSpPr/>
          <p:nvPr/>
        </p:nvSpPr>
        <p:spPr>
          <a:xfrm>
            <a:off x="2950865" y="1938969"/>
            <a:ext cx="4063054" cy="5629550"/>
          </a:xfrm>
          <a:prstGeom prst="arc">
            <a:avLst>
              <a:gd name="adj1" fmla="val 10311814"/>
              <a:gd name="adj2" fmla="val 545380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0A951913-BA62-47B2-B250-D85C626E6E5C}"/>
              </a:ext>
            </a:extLst>
          </p:cNvPr>
          <p:cNvSpPr/>
          <p:nvPr/>
        </p:nvSpPr>
        <p:spPr>
          <a:xfrm>
            <a:off x="4156779" y="1933692"/>
            <a:ext cx="1643112" cy="5629550"/>
          </a:xfrm>
          <a:prstGeom prst="arc">
            <a:avLst>
              <a:gd name="adj1" fmla="val 9132415"/>
              <a:gd name="adj2" fmla="val 1518175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031CEF-A6D8-4C23-8644-67428DACA0E0}"/>
              </a:ext>
            </a:extLst>
          </p:cNvPr>
          <p:cNvSpPr txBox="1"/>
          <p:nvPr/>
        </p:nvSpPr>
        <p:spPr>
          <a:xfrm>
            <a:off x="8004371" y="2632703"/>
            <a:ext cx="2440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Cone describes Q-depth</a:t>
            </a:r>
            <a:endParaRPr lang="en-AU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552E7E-3077-4DB4-B644-33F05372CA85}"/>
              </a:ext>
            </a:extLst>
          </p:cNvPr>
          <p:cNvSpPr txBox="1"/>
          <p:nvPr/>
        </p:nvSpPr>
        <p:spPr>
          <a:xfrm>
            <a:off x="8004371" y="3653488"/>
            <a:ext cx="2810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Sphere describes </a:t>
            </a:r>
          </a:p>
          <a:p>
            <a:r>
              <a:rPr lang="en-GB" dirty="0"/>
              <a:t>Rotation Angle and Q-depth</a:t>
            </a:r>
            <a:endParaRPr lang="en-AU" dirty="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707F2299-7A0D-4C66-A80A-3E01881D0474}"/>
              </a:ext>
            </a:extLst>
          </p:cNvPr>
          <p:cNvSpPr/>
          <p:nvPr/>
        </p:nvSpPr>
        <p:spPr>
          <a:xfrm>
            <a:off x="5067864" y="1954996"/>
            <a:ext cx="254832" cy="38037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080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48148E-6 L 0.07318 -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9" y="-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21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0.09623 0.0030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05" y="1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21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81481E-6 L 0.08646 -0.0002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23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22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85185E-6 L 0.04128 0.0025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" grpId="0" animBg="1"/>
      <p:bldP spid="37" grpId="0" animBg="1"/>
      <p:bldP spid="38" grpId="0" animBg="1"/>
      <p:bldP spid="56" grpId="0" animBg="1"/>
      <p:bldP spid="58" grpId="0" animBg="1"/>
      <p:bldP spid="61" grpId="0" animBg="1"/>
      <p:bldP spid="62" grpId="0" animBg="1"/>
      <p:bldP spid="64" grpId="0"/>
      <p:bldP spid="6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</TotalTime>
  <Words>28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 Lawn</dc:creator>
  <cp:lastModifiedBy>Don Lawn</cp:lastModifiedBy>
  <cp:revision>228</cp:revision>
  <dcterms:created xsi:type="dcterms:W3CDTF">2026-05-04T14:30:05Z</dcterms:created>
  <dcterms:modified xsi:type="dcterms:W3CDTF">2026-06-17T12:42:55Z</dcterms:modified>
</cp:coreProperties>
</file>