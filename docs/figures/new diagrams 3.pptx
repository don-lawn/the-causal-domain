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3" r:id="rId7"/>
    <p:sldId id="259" r:id="rId8"/>
    <p:sldId id="261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8EB06D-32E1-41F3-9B09-74FD502131E5}">
          <p14:sldIdLst>
            <p14:sldId id="256"/>
            <p14:sldId id="257"/>
            <p14:sldId id="258"/>
            <p14:sldId id="262"/>
            <p14:sldId id="260"/>
            <p14:sldId id="263"/>
            <p14:sldId id="259"/>
          </p14:sldIdLst>
        </p14:section>
        <p14:section name="Untitled Section" id="{0B9D1BE6-21CF-4FEF-873C-406ECA3C852E}">
          <p14:sldIdLst>
            <p14:sldId id="261"/>
            <p14:sldId id="264"/>
            <p14:sldId id="266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08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DCC7-BEAC-4EE8-858F-E04AAF27C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9290-29D0-457B-B044-879445AB8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5847-9D66-4953-A26F-8C5685F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F9F5-B9CE-4753-8BC3-F70FAAE8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7ECF2-50BF-4201-B487-ED3654B1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1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CB8E-3011-4DE3-8B6F-57F8387E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152C-4136-4BE3-B937-BB6B7D215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E4C89-F61A-496C-87AD-EA97929D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EB741-7B4F-4200-A841-303ECB0A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A205-581C-4FF6-901C-00EA228D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56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8454-764A-4324-9C86-40DFE462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C3347-1D7E-4B0B-A307-0E9039968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B838-B898-4948-80FE-993BE6AF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47F00-CD0F-41C1-A6C0-948D79F9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83B8-14F9-48E3-8B89-7230C333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49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7C95-DBE3-4B96-83A9-5592C8E9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4C0EA-0F04-47FE-ADC3-999CD077A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3A04-F562-47E4-9139-C7B06768B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0926F-AF44-4A6A-BBAC-BAAACFD1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66194-BD25-40D2-A742-990661C3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2AAD5-194C-4C3F-9BB6-98A3589F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09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D7F5-0379-442D-8400-228343B2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0A3C2-60B8-4022-AB42-7978AB0A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83A2F-4DBB-4B5E-9B13-B055C1F68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DE1E6-E821-4605-9CE6-72A2721C1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8985F-BF82-44C4-826A-D6B06571A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6AF9A-17FE-438A-8E7E-C2583883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14F6-7B44-4798-A5C4-06EAE7CE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3E7B5-BF41-4A9F-B902-8EE0AFA5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72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B455-E18A-4FE9-BAAF-38EF9286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830A8-34E6-4102-AE17-879080C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EB0D1-762E-4576-A4C1-CC5467FA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573D4-E620-4E0D-B513-406018C8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60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0D8B0-6771-40F5-89D4-EBACAEDA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2242D-54FD-4E2C-9DF9-8309C4F1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D05E1-F6B0-499C-AE2A-1A57D820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95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5FF8-E475-4952-AE1B-83E35545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D929-A15F-4338-99F1-D8171D01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CF702-A9C2-4F1C-A552-342136421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95AA9-2C59-458A-AE61-B5AB5051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3DF8E-1286-4561-9056-CF60D18E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E3AB-42E4-4F39-8BD9-4C8B8C84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107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67B5-B035-4A4A-949F-595B2694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1A97A-70E0-4C11-9667-B05EF0043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7B285-109D-4299-9138-2FF887B45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433F-B2E5-4868-B6FE-3A56D34C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8D99E-14C1-4746-9EC0-701B8602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4DFF5-EA74-41FE-808E-BFDD076B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43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BD0C-1994-403A-B014-F93B39BD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C475D-0F35-4DB5-987B-B8564CC9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9480E-A513-4F2C-8463-37E330E6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5988-EBBF-402C-B2A9-016401C9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5FBD2-5527-4CA0-9FAF-9B486CDC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6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87E2F-C318-4156-B5C8-87D0DD881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2A8F0-6B3C-40E6-85F4-E4AF49755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AD22-7F70-4E02-BFA3-6EE928D9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4C22A-8BA7-466B-9587-FCEDB9B7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8EDFE-B548-499E-8898-B446F828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16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A21DC-8981-4290-ADDF-49CEB40D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C001D-9926-49F3-A830-A7F3AF714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5B225-C08B-4020-AC4F-F97BEEA65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195BA-A24A-42A8-94D4-15E9273B559F}" type="datetimeFigureOut">
              <a:rPr lang="en-AU" smtClean="0"/>
              <a:t>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B8548-7373-4C4D-A961-DEFDBBFAA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CFA4-9068-4D89-AD31-EE752CDAB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8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1A54309-7C19-42C3-ABA0-9D54F04AA2B4}"/>
              </a:ext>
            </a:extLst>
          </p:cNvPr>
          <p:cNvGrpSpPr/>
          <p:nvPr/>
        </p:nvGrpSpPr>
        <p:grpSpPr>
          <a:xfrm>
            <a:off x="3573710" y="161908"/>
            <a:ext cx="5817934" cy="5861382"/>
            <a:chOff x="3573710" y="161908"/>
            <a:chExt cx="5817934" cy="5861382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2B5FDAF-ACD4-4439-A513-26409AFBC300}"/>
                </a:ext>
              </a:extLst>
            </p:cNvPr>
            <p:cNvGrpSpPr/>
            <p:nvPr/>
          </p:nvGrpSpPr>
          <p:grpSpPr>
            <a:xfrm>
              <a:off x="3573710" y="248748"/>
              <a:ext cx="5716745" cy="5774542"/>
              <a:chOff x="3573710" y="248748"/>
              <a:chExt cx="5716745" cy="5774542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77CA17E2-C3F2-4B7B-B6E0-78F5730AD398}"/>
                  </a:ext>
                </a:extLst>
              </p:cNvPr>
              <p:cNvGrpSpPr/>
              <p:nvPr/>
            </p:nvGrpSpPr>
            <p:grpSpPr>
              <a:xfrm>
                <a:off x="3573710" y="248748"/>
                <a:ext cx="5716745" cy="5774542"/>
                <a:chOff x="3573710" y="248748"/>
                <a:chExt cx="5716745" cy="5774542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1955BAE0-D53F-4678-B924-2AA5035F0770}"/>
                    </a:ext>
                  </a:extLst>
                </p:cNvPr>
                <p:cNvGrpSpPr/>
                <p:nvPr/>
              </p:nvGrpSpPr>
              <p:grpSpPr>
                <a:xfrm>
                  <a:off x="3573710" y="248748"/>
                  <a:ext cx="5716745" cy="5774542"/>
                  <a:chOff x="3573710" y="248748"/>
                  <a:chExt cx="5716745" cy="5774542"/>
                </a:xfrm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4C81C8A3-39D7-4124-839C-EDF85C70C126}"/>
                      </a:ext>
                    </a:extLst>
                  </p:cNvPr>
                  <p:cNvGrpSpPr/>
                  <p:nvPr/>
                </p:nvGrpSpPr>
                <p:grpSpPr>
                  <a:xfrm>
                    <a:off x="3573710" y="553673"/>
                    <a:ext cx="5414744" cy="5469617"/>
                    <a:chOff x="3573710" y="553673"/>
                    <a:chExt cx="5414744" cy="5469617"/>
                  </a:xfrm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77073334-89E2-450C-A691-B22B2399AF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73710" y="553673"/>
                      <a:ext cx="5414744" cy="5469617"/>
                      <a:chOff x="3573710" y="553673"/>
                      <a:chExt cx="5414744" cy="5469617"/>
                    </a:xfrm>
                  </p:grpSpPr>
                  <p:grpSp>
                    <p:nvGrpSpPr>
                      <p:cNvPr id="11" name="Group 10">
                        <a:extLst>
                          <a:ext uri="{FF2B5EF4-FFF2-40B4-BE49-F238E27FC236}">
                            <a16:creationId xmlns:a16="http://schemas.microsoft.com/office/drawing/2014/main" id="{0ACB2228-17AA-4BE4-A8F9-29F398F184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573710" y="553673"/>
                        <a:ext cx="5414744" cy="5469617"/>
                        <a:chOff x="3573710" y="553673"/>
                        <a:chExt cx="5414744" cy="5469617"/>
                      </a:xfrm>
                    </p:grpSpPr>
                    <p:cxnSp>
                      <p:nvCxnSpPr>
                        <p:cNvPr id="5" name="Straight Arrow Connector 4">
                          <a:extLst>
                            <a:ext uri="{FF2B5EF4-FFF2-40B4-BE49-F238E27FC236}">
                              <a16:creationId xmlns:a16="http://schemas.microsoft.com/office/drawing/2014/main" id="{FE973B01-D7A4-49C9-AE68-EF4563F934A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096000" y="553673"/>
                          <a:ext cx="0" cy="3276118"/>
                        </a:xfrm>
                        <a:prstGeom prst="straightConnector1">
                          <a:avLst/>
                        </a:prstGeom>
                        <a:ln w="19050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headEnd type="arrow" w="med" len="med"/>
                          <a:tailEnd type="arrow" w="med" len="med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" name="Straight Arrow Connector 6">
                          <a:extLst>
                            <a:ext uri="{FF2B5EF4-FFF2-40B4-BE49-F238E27FC236}">
                              <a16:creationId xmlns:a16="http://schemas.microsoft.com/office/drawing/2014/main" id="{7E64A458-4CD0-4635-B13B-FCE2DB2F083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658025" y="3433665"/>
                          <a:ext cx="3330429" cy="0"/>
                        </a:xfrm>
                        <a:prstGeom prst="straightConnector1">
                          <a:avLst/>
                        </a:prstGeom>
                        <a:ln w="19050">
                          <a:solidFill>
                            <a:schemeClr val="bg1">
                              <a:lumMod val="50000"/>
                            </a:schemeClr>
                          </a:solidFill>
                          <a:headEnd type="arrow" w="med" len="med"/>
                          <a:tailEnd type="arrow" w="med" len="med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0" name="Arc 9">
                          <a:extLst>
                            <a:ext uri="{FF2B5EF4-FFF2-40B4-BE49-F238E27FC236}">
                              <a16:creationId xmlns:a16="http://schemas.microsoft.com/office/drawing/2014/main" id="{627EC3D2-3F22-4210-93C7-EBB880B735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73710" y="813732"/>
                          <a:ext cx="5041781" cy="5209558"/>
                        </a:xfrm>
                        <a:prstGeom prst="arc">
                          <a:avLst>
                            <a:gd name="adj1" fmla="val 16256644"/>
                            <a:gd name="adj2" fmla="val 11832"/>
                          </a:avLst>
                        </a:prstGeom>
                        <a:ln w="190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AU" dirty="0"/>
                        </a:p>
                      </p:txBody>
                    </p:sp>
                  </p:grpSp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3957E3D9-55E3-4039-89E9-E7D14B9F4B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05894" y="1720703"/>
                        <a:ext cx="62918" cy="62918"/>
                      </a:xfrm>
                      <a:prstGeom prst="ellips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AU"/>
                      </a:p>
                    </p:txBody>
                  </p:sp>
                  <p:cxnSp>
                    <p:nvCxnSpPr>
                      <p:cNvPr id="16" name="Straight Arrow Connector 15">
                        <a:extLst>
                          <a:ext uri="{FF2B5EF4-FFF2-40B4-BE49-F238E27FC236}">
                            <a16:creationId xmlns:a16="http://schemas.microsoft.com/office/drawing/2014/main" id="{4882507F-54FA-4F7D-9A9C-FF3637FA9C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096000" y="1761688"/>
                        <a:ext cx="1941354" cy="1667313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FF0000"/>
                        </a:solidFill>
                        <a:tailEnd type="stealth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EA7D9FE3-C473-46F4-944B-3530C1C8F165}"/>
                        </a:ext>
                      </a:extLst>
                    </p:cNvPr>
                    <p:cNvCxnSpPr>
                      <a:cxnSpLocks/>
                      <a:stCxn id="19" idx="1"/>
                    </p:cNvCxnSpPr>
                    <p:nvPr/>
                  </p:nvCxnSpPr>
                  <p:spPr>
                    <a:xfrm flipH="1" flipV="1">
                      <a:off x="7523354" y="1139641"/>
                      <a:ext cx="491754" cy="590276"/>
                    </a:xfrm>
                    <a:prstGeom prst="straightConnector1">
                      <a:avLst/>
                    </a:prstGeom>
                    <a:ln w="1905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8" name="Straight Arrow Connector 37">
                    <a:extLst>
                      <a:ext uri="{FF2B5EF4-FFF2-40B4-BE49-F238E27FC236}">
                        <a16:creationId xmlns:a16="http://schemas.microsoft.com/office/drawing/2014/main" id="{0E6D080B-4E69-4150-BF68-7DBC3D1102EC}"/>
                      </a:ext>
                    </a:extLst>
                  </p:cNvPr>
                  <p:cNvCxnSpPr>
                    <a:stCxn id="19" idx="4"/>
                  </p:cNvCxnSpPr>
                  <p:nvPr/>
                </p:nvCxnSpPr>
                <p:spPr>
                  <a:xfrm flipH="1">
                    <a:off x="8036653" y="1783621"/>
                    <a:ext cx="700" cy="1635853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Arrow Connector 39">
                    <a:extLst>
                      <a:ext uri="{FF2B5EF4-FFF2-40B4-BE49-F238E27FC236}">
                        <a16:creationId xmlns:a16="http://schemas.microsoft.com/office/drawing/2014/main" id="{5956BE8D-C09D-4C11-BF40-C1F8C200A13A}"/>
                      </a:ext>
                    </a:extLst>
                  </p:cNvPr>
                  <p:cNvCxnSpPr>
                    <a:stCxn id="19" idx="2"/>
                  </p:cNvCxnSpPr>
                  <p:nvPr/>
                </p:nvCxnSpPr>
                <p:spPr>
                  <a:xfrm flipH="1" flipV="1">
                    <a:off x="6080271" y="1752161"/>
                    <a:ext cx="1925623" cy="1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10B6ECF5-1F08-482F-8796-E2528DD0EBD7}"/>
                      </a:ext>
                    </a:extLst>
                  </p:cNvPr>
                  <p:cNvSpPr txBox="1"/>
                  <p:nvPr/>
                </p:nvSpPr>
                <p:spPr>
                  <a:xfrm>
                    <a:off x="6501579" y="3043939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l-GR" dirty="0"/>
                      <a:t>θ</a:t>
                    </a:r>
                    <a:endParaRPr lang="en-AU" dirty="0"/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C70912B-CF92-468E-BEF7-D258B3931284}"/>
                      </a:ext>
                    </a:extLst>
                  </p:cNvPr>
                  <p:cNvSpPr txBox="1"/>
                  <p:nvPr/>
                </p:nvSpPr>
                <p:spPr>
                  <a:xfrm>
                    <a:off x="7536115" y="3429000"/>
                    <a:ext cx="10339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l-GR" dirty="0"/>
                      <a:t>φ = </a:t>
                    </a:r>
                    <a:r>
                      <a:rPr lang="en-AU" dirty="0"/>
                      <a:t>cos </a:t>
                    </a:r>
                    <a:r>
                      <a:rPr lang="el-GR" dirty="0"/>
                      <a:t>θ</a:t>
                    </a:r>
                    <a:endParaRPr lang="en-AU" dirty="0"/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9C2C76D3-5508-4286-9D0C-1078C5C7AEDB}"/>
                      </a:ext>
                    </a:extLst>
                  </p:cNvPr>
                  <p:cNvSpPr txBox="1"/>
                  <p:nvPr/>
                </p:nvSpPr>
                <p:spPr>
                  <a:xfrm>
                    <a:off x="5059098" y="1567369"/>
                    <a:ext cx="102903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U" dirty="0"/>
                      <a:t>q = sin </a:t>
                    </a:r>
                    <a:r>
                      <a:rPr lang="el-GR" dirty="0"/>
                      <a:t>θ</a:t>
                    </a:r>
                    <a:endParaRPr lang="en-AU" dirty="0"/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B173B910-5355-4ADD-A2DC-ACC65D57F60A}"/>
                      </a:ext>
                    </a:extLst>
                  </p:cNvPr>
                  <p:cNvSpPr txBox="1"/>
                  <p:nvPr/>
                </p:nvSpPr>
                <p:spPr>
                  <a:xfrm>
                    <a:off x="8988454" y="3218119"/>
                    <a:ext cx="3020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l-GR" dirty="0"/>
                      <a:t>φ</a:t>
                    </a:r>
                    <a:endParaRPr lang="en-AU" dirty="0"/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DBCF700-188E-44DE-AC5D-DBF0F189172F}"/>
                      </a:ext>
                    </a:extLst>
                  </p:cNvPr>
                  <p:cNvSpPr txBox="1"/>
                  <p:nvPr/>
                </p:nvSpPr>
                <p:spPr>
                  <a:xfrm>
                    <a:off x="5918056" y="248748"/>
                    <a:ext cx="3401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dirty="0"/>
                      <a:t>Q</a:t>
                    </a:r>
                    <a:endParaRPr lang="en-AU" dirty="0"/>
                  </a:p>
                </p:txBody>
              </p:sp>
            </p:grp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EB67472-E8D6-4AC0-A9DD-BD62A53EEC36}"/>
                    </a:ext>
                  </a:extLst>
                </p:cNvPr>
                <p:cNvSpPr txBox="1"/>
                <p:nvPr/>
              </p:nvSpPr>
              <p:spPr>
                <a:xfrm>
                  <a:off x="7353103" y="830872"/>
                  <a:ext cx="10959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tangent</a:t>
                  </a:r>
                  <a:endParaRPr lang="en-AU" dirty="0"/>
                </a:p>
              </p:txBody>
            </p:sp>
          </p:grp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668B356-3054-41B7-88C4-CA338368754E}"/>
                  </a:ext>
                </a:extLst>
              </p:cNvPr>
              <p:cNvSpPr/>
              <p:nvPr/>
            </p:nvSpPr>
            <p:spPr>
              <a:xfrm>
                <a:off x="6057278" y="775076"/>
                <a:ext cx="74644" cy="74644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10070ED-642E-4995-8D1D-87A6120F938D}"/>
                  </a:ext>
                </a:extLst>
              </p:cNvPr>
              <p:cNvSpPr txBox="1"/>
              <p:nvPr/>
            </p:nvSpPr>
            <p:spPr>
              <a:xfrm>
                <a:off x="4981717" y="644295"/>
                <a:ext cx="10349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tempo=0</a:t>
                </a:r>
                <a:endParaRPr lang="en-AU" dirty="0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557B4A-B5FE-4519-8389-15E9552C4441}"/>
                </a:ext>
              </a:extLst>
            </p:cNvPr>
            <p:cNvSpPr txBox="1"/>
            <p:nvPr/>
          </p:nvSpPr>
          <p:spPr>
            <a:xfrm>
              <a:off x="6501579" y="161908"/>
              <a:ext cx="2890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Figure 2 - SR Rotation Curve</a:t>
              </a:r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226317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1A60FC2-E700-41FB-B24A-6D4821165F71}"/>
              </a:ext>
            </a:extLst>
          </p:cNvPr>
          <p:cNvGrpSpPr/>
          <p:nvPr/>
        </p:nvGrpSpPr>
        <p:grpSpPr>
          <a:xfrm>
            <a:off x="1291201" y="1291905"/>
            <a:ext cx="4282588" cy="4274190"/>
            <a:chOff x="1291201" y="1291905"/>
            <a:chExt cx="4282588" cy="42741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B1C82E-38B4-4604-9109-1036F7925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1201" y="1292207"/>
              <a:ext cx="4282588" cy="4273588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47FAB04-FFF6-4333-8807-46CE24E53BC7}"/>
                </a:ext>
              </a:extLst>
            </p:cNvPr>
            <p:cNvGrpSpPr/>
            <p:nvPr/>
          </p:nvGrpSpPr>
          <p:grpSpPr>
            <a:xfrm>
              <a:off x="1291206" y="1291905"/>
              <a:ext cx="4274190" cy="4274190"/>
              <a:chOff x="1291206" y="1291905"/>
              <a:chExt cx="4274190" cy="4274190"/>
            </a:xfrm>
            <a:scene3d>
              <a:camera prst="orthographicFront">
                <a:rot lat="0" lon="0" rev="0"/>
              </a:camera>
              <a:lightRig rig="threePt" dir="t"/>
            </a:scene3d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1B8C6E31-EBF7-4AD6-B3C1-28849AD6EF41}"/>
                  </a:ext>
                </a:extLst>
              </p:cNvPr>
              <p:cNvSpPr/>
              <p:nvPr/>
            </p:nvSpPr>
            <p:spPr>
              <a:xfrm>
                <a:off x="1291206" y="1291905"/>
                <a:ext cx="4274190" cy="4274190"/>
              </a:xfrm>
              <a:prstGeom prst="ellipse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158861B3-EFFF-4079-BB37-428800EA756A}"/>
                  </a:ext>
                </a:extLst>
              </p:cNvPr>
              <p:cNvCxnSpPr>
                <a:stCxn id="2" idx="0"/>
                <a:endCxn id="2" idx="4"/>
              </p:cNvCxnSpPr>
              <p:nvPr/>
            </p:nvCxnSpPr>
            <p:spPr>
              <a:xfrm>
                <a:off x="3428301" y="1291905"/>
                <a:ext cx="0" cy="427419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97AA869-C31D-40E3-BC7E-9367EC999BA5}"/>
                  </a:ext>
                </a:extLst>
              </p:cNvPr>
              <p:cNvCxnSpPr>
                <a:stCxn id="2" idx="2"/>
                <a:endCxn id="2" idx="6"/>
              </p:cNvCxnSpPr>
              <p:nvPr/>
            </p:nvCxnSpPr>
            <p:spPr>
              <a:xfrm>
                <a:off x="1291206" y="3429000"/>
                <a:ext cx="427419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2395301-D7EC-4ECB-AA2A-7E1380E2E3F9}"/>
                  </a:ext>
                </a:extLst>
              </p:cNvPr>
              <p:cNvCxnSpPr>
                <a:endCxn id="2" idx="7"/>
              </p:cNvCxnSpPr>
              <p:nvPr/>
            </p:nvCxnSpPr>
            <p:spPr>
              <a:xfrm flipV="1">
                <a:off x="3428301" y="1917846"/>
                <a:ext cx="1511154" cy="15111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F1DBF05-B73E-4488-B029-C4089B68D840}"/>
                  </a:ext>
                </a:extLst>
              </p:cNvPr>
              <p:cNvCxnSpPr/>
              <p:nvPr/>
            </p:nvCxnSpPr>
            <p:spPr>
              <a:xfrm>
                <a:off x="4379053" y="247475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91FD4EA-85AB-4F8D-B88C-33541C02B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0" b="231"/>
          <a:stretch>
            <a:fillRect/>
          </a:stretch>
        </p:blipFill>
        <p:spPr>
          <a:xfrm rot="2675376">
            <a:off x="9100457" y="1984414"/>
            <a:ext cx="2892386" cy="2889169"/>
          </a:xfrm>
          <a:custGeom>
            <a:avLst/>
            <a:gdLst>
              <a:gd name="connsiteX0" fmla="*/ 1446193 w 2892386"/>
              <a:gd name="connsiteY0" fmla="*/ 266064 h 2889169"/>
              <a:gd name="connsiteX1" fmla="*/ 269281 w 2892386"/>
              <a:gd name="connsiteY1" fmla="*/ 1442976 h 2889169"/>
              <a:gd name="connsiteX2" fmla="*/ 1446193 w 2892386"/>
              <a:gd name="connsiteY2" fmla="*/ 2619888 h 2889169"/>
              <a:gd name="connsiteX3" fmla="*/ 2623105 w 2892386"/>
              <a:gd name="connsiteY3" fmla="*/ 1442976 h 2889169"/>
              <a:gd name="connsiteX4" fmla="*/ 1446193 w 2892386"/>
              <a:gd name="connsiteY4" fmla="*/ 266064 h 2889169"/>
              <a:gd name="connsiteX5" fmla="*/ 1382485 w 2892386"/>
              <a:gd name="connsiteY5" fmla="*/ 0 h 2889169"/>
              <a:gd name="connsiteX6" fmla="*/ 1509901 w 2892386"/>
              <a:gd name="connsiteY6" fmla="*/ 0 h 2889169"/>
              <a:gd name="connsiteX7" fmla="*/ 1594058 w 2892386"/>
              <a:gd name="connsiteY7" fmla="*/ 4250 h 2889169"/>
              <a:gd name="connsiteX8" fmla="*/ 2892386 w 2892386"/>
              <a:gd name="connsiteY8" fmla="*/ 1442976 h 2889169"/>
              <a:gd name="connsiteX9" fmla="*/ 1446193 w 2892386"/>
              <a:gd name="connsiteY9" fmla="*/ 2889169 h 2889169"/>
              <a:gd name="connsiteX10" fmla="*/ 0 w 2892386"/>
              <a:gd name="connsiteY10" fmla="*/ 1442976 h 2889169"/>
              <a:gd name="connsiteX11" fmla="*/ 1298328 w 2892386"/>
              <a:gd name="connsiteY11" fmla="*/ 4250 h 288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92386" h="2889169">
                <a:moveTo>
                  <a:pt x="1446193" y="266064"/>
                </a:moveTo>
                <a:cubicBezTo>
                  <a:pt x="796202" y="266064"/>
                  <a:pt x="269281" y="792985"/>
                  <a:pt x="269281" y="1442976"/>
                </a:cubicBezTo>
                <a:cubicBezTo>
                  <a:pt x="269281" y="2092967"/>
                  <a:pt x="796202" y="2619888"/>
                  <a:pt x="1446193" y="2619888"/>
                </a:cubicBezTo>
                <a:cubicBezTo>
                  <a:pt x="2096184" y="2619888"/>
                  <a:pt x="2623105" y="2092967"/>
                  <a:pt x="2623105" y="1442976"/>
                </a:cubicBezTo>
                <a:cubicBezTo>
                  <a:pt x="2623105" y="792985"/>
                  <a:pt x="2096184" y="266064"/>
                  <a:pt x="1446193" y="266064"/>
                </a:cubicBezTo>
                <a:close/>
                <a:moveTo>
                  <a:pt x="1382485" y="0"/>
                </a:moveTo>
                <a:lnTo>
                  <a:pt x="1509901" y="0"/>
                </a:lnTo>
                <a:lnTo>
                  <a:pt x="1594058" y="4250"/>
                </a:lnTo>
                <a:cubicBezTo>
                  <a:pt x="2323309" y="78309"/>
                  <a:pt x="2892386" y="694186"/>
                  <a:pt x="2892386" y="1442976"/>
                </a:cubicBezTo>
                <a:cubicBezTo>
                  <a:pt x="2892386" y="2241686"/>
                  <a:pt x="2244903" y="2889169"/>
                  <a:pt x="1446193" y="2889169"/>
                </a:cubicBezTo>
                <a:cubicBezTo>
                  <a:pt x="647483" y="2889169"/>
                  <a:pt x="0" y="2241686"/>
                  <a:pt x="0" y="1442976"/>
                </a:cubicBezTo>
                <a:cubicBezTo>
                  <a:pt x="0" y="694186"/>
                  <a:pt x="569077" y="78309"/>
                  <a:pt x="1298328" y="425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4081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C81C34E-3855-4887-B9C3-6BBA662778F8}"/>
              </a:ext>
            </a:extLst>
          </p:cNvPr>
          <p:cNvGrpSpPr/>
          <p:nvPr/>
        </p:nvGrpSpPr>
        <p:grpSpPr>
          <a:xfrm>
            <a:off x="143925" y="517849"/>
            <a:ext cx="6568751" cy="5822302"/>
            <a:chOff x="143925" y="517849"/>
            <a:chExt cx="6568751" cy="5822302"/>
          </a:xfrm>
        </p:grpSpPr>
        <p:sp>
          <p:nvSpPr>
            <p:cNvPr id="34" name="Flowchart: Manual Operation 33">
              <a:extLst>
                <a:ext uri="{FF2B5EF4-FFF2-40B4-BE49-F238E27FC236}">
                  <a16:creationId xmlns:a16="http://schemas.microsoft.com/office/drawing/2014/main" id="{6546D90E-4AC0-45F3-8D90-60158D432809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C1D2AA4-7510-405E-A9E8-DE039E596021}"/>
                </a:ext>
              </a:extLst>
            </p:cNvPr>
            <p:cNvGrpSpPr/>
            <p:nvPr/>
          </p:nvGrpSpPr>
          <p:grpSpPr>
            <a:xfrm>
              <a:off x="1291201" y="1291905"/>
              <a:ext cx="4282588" cy="4274190"/>
              <a:chOff x="1291201" y="1291905"/>
              <a:chExt cx="4282588" cy="427419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CCA5AC5-869E-4241-8EFC-B0F016BFD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1201" y="1292207"/>
                <a:ext cx="4282588" cy="4273588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7113C9C-DD91-4536-9ACD-D0DFB6A671DF}"/>
                  </a:ext>
                </a:extLst>
              </p:cNvPr>
              <p:cNvGrpSpPr/>
              <p:nvPr/>
            </p:nvGrpSpPr>
            <p:grpSpPr>
              <a:xfrm>
                <a:off x="1291206" y="1291905"/>
                <a:ext cx="4274190" cy="4274190"/>
                <a:chOff x="1291206" y="1291905"/>
                <a:chExt cx="4274190" cy="4274190"/>
              </a:xfrm>
              <a:scene3d>
                <a:camera prst="orthographicFront">
                  <a:rot lat="0" lon="0" rev="0"/>
                </a:camera>
                <a:lightRig rig="threePt" dir="t"/>
              </a:scene3d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8F21CC5-F6BD-4A84-B317-DE9928A65307}"/>
                    </a:ext>
                  </a:extLst>
                </p:cNvPr>
                <p:cNvSpPr/>
                <p:nvPr/>
              </p:nvSpPr>
              <p:spPr>
                <a:xfrm>
                  <a:off x="1291206" y="1291905"/>
                  <a:ext cx="4274190" cy="4274190"/>
                </a:xfrm>
                <a:prstGeom prst="ellipse">
                  <a:avLst/>
                </a:pr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B669B44-B4D8-4ABD-897E-209405ED5CA4}"/>
                    </a:ext>
                  </a:extLst>
                </p:cNvPr>
                <p:cNvCxnSpPr>
                  <a:stCxn id="21" idx="0"/>
                  <a:endCxn id="21" idx="4"/>
                </p:cNvCxnSpPr>
                <p:nvPr/>
              </p:nvCxnSpPr>
              <p:spPr>
                <a:xfrm>
                  <a:off x="3428301" y="1291905"/>
                  <a:ext cx="0" cy="427419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E688595-4F13-49A3-93EC-C10DFDC1F476}"/>
                    </a:ext>
                  </a:extLst>
                </p:cNvPr>
                <p:cNvCxnSpPr>
                  <a:stCxn id="21" idx="2"/>
                  <a:endCxn id="21" idx="6"/>
                </p:cNvCxnSpPr>
                <p:nvPr/>
              </p:nvCxnSpPr>
              <p:spPr>
                <a:xfrm>
                  <a:off x="1291206" y="3429000"/>
                  <a:ext cx="4274190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E8072CE4-5460-430F-B895-185AB4724BA6}"/>
                    </a:ext>
                  </a:extLst>
                </p:cNvPr>
                <p:cNvCxnSpPr>
                  <a:endCxn id="21" idx="7"/>
                </p:cNvCxnSpPr>
                <p:nvPr/>
              </p:nvCxnSpPr>
              <p:spPr>
                <a:xfrm flipV="1">
                  <a:off x="3428301" y="1917846"/>
                  <a:ext cx="1511154" cy="151115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E980B2C-31A2-42E5-93AF-BDA408E6CB27}"/>
                    </a:ext>
                  </a:extLst>
                </p:cNvPr>
                <p:cNvCxnSpPr/>
                <p:nvPr/>
              </p:nvCxnSpPr>
              <p:spPr>
                <a:xfrm>
                  <a:off x="4379053" y="247475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8CEAFD-81E9-4270-AAB5-169061540DA1}"/>
              </a:ext>
            </a:extLst>
          </p:cNvPr>
          <p:cNvGrpSpPr/>
          <p:nvPr/>
        </p:nvGrpSpPr>
        <p:grpSpPr>
          <a:xfrm>
            <a:off x="5848826" y="429714"/>
            <a:ext cx="6568751" cy="5822302"/>
            <a:chOff x="143925" y="429714"/>
            <a:chExt cx="6568751" cy="5822302"/>
          </a:xfrm>
        </p:grpSpPr>
        <p:sp>
          <p:nvSpPr>
            <p:cNvPr id="36" name="Flowchart: Manual Operation 35">
              <a:extLst>
                <a:ext uri="{FF2B5EF4-FFF2-40B4-BE49-F238E27FC236}">
                  <a16:creationId xmlns:a16="http://schemas.microsoft.com/office/drawing/2014/main" id="{0EC7AC77-47DB-42B8-BFAF-CEE338B2FEBE}"/>
                </a:ext>
              </a:extLst>
            </p:cNvPr>
            <p:cNvSpPr/>
            <p:nvPr/>
          </p:nvSpPr>
          <p:spPr>
            <a:xfrm flipV="1">
              <a:off x="143925" y="429714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44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8E1AFEA-43BB-4CAF-906C-ED5BBCA45B1D}"/>
                </a:ext>
              </a:extLst>
            </p:cNvPr>
            <p:cNvGrpSpPr/>
            <p:nvPr/>
          </p:nvGrpSpPr>
          <p:grpSpPr>
            <a:xfrm>
              <a:off x="1291206" y="1291905"/>
              <a:ext cx="4274190" cy="4274190"/>
              <a:chOff x="1291206" y="1291905"/>
              <a:chExt cx="4274190" cy="4274190"/>
            </a:xfrm>
            <a:scene3d>
              <a:camera prst="orthographicFront">
                <a:rot lat="0" lon="0" rev="0"/>
              </a:camera>
              <a:lightRig rig="threePt" dir="t"/>
            </a:scene3d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05392CC-8DAA-44AA-8652-DC460E6998DC}"/>
                  </a:ext>
                </a:extLst>
              </p:cNvPr>
              <p:cNvSpPr/>
              <p:nvPr/>
            </p:nvSpPr>
            <p:spPr>
              <a:xfrm>
                <a:off x="1291206" y="1291905"/>
                <a:ext cx="4274190" cy="4274190"/>
              </a:xfrm>
              <a:prstGeom prst="ellipse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B5C5A1B-8619-4F42-98BD-6332A8ED8542}"/>
                  </a:ext>
                </a:extLst>
              </p:cNvPr>
              <p:cNvCxnSpPr>
                <a:stCxn id="40" idx="0"/>
                <a:endCxn id="40" idx="4"/>
              </p:cNvCxnSpPr>
              <p:nvPr/>
            </p:nvCxnSpPr>
            <p:spPr>
              <a:xfrm>
                <a:off x="3428301" y="1291905"/>
                <a:ext cx="0" cy="427419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CBE6383-8A4D-4081-B81F-E73B31E8F9DF}"/>
                  </a:ext>
                </a:extLst>
              </p:cNvPr>
              <p:cNvCxnSpPr>
                <a:stCxn id="40" idx="2"/>
                <a:endCxn id="40" idx="6"/>
              </p:cNvCxnSpPr>
              <p:nvPr/>
            </p:nvCxnSpPr>
            <p:spPr>
              <a:xfrm>
                <a:off x="1291206" y="3429000"/>
                <a:ext cx="427419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9B56F3CD-2F8D-4A97-9E6C-11A8468BD892}"/>
                  </a:ext>
                </a:extLst>
              </p:cNvPr>
              <p:cNvCxnSpPr>
                <a:endCxn id="40" idx="7"/>
              </p:cNvCxnSpPr>
              <p:nvPr/>
            </p:nvCxnSpPr>
            <p:spPr>
              <a:xfrm flipV="1">
                <a:off x="3428301" y="1917846"/>
                <a:ext cx="1511154" cy="15111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0823DC4-081C-476D-986E-DF928DD47234}"/>
                  </a:ext>
                </a:extLst>
              </p:cNvPr>
              <p:cNvCxnSpPr/>
              <p:nvPr/>
            </p:nvCxnSpPr>
            <p:spPr>
              <a:xfrm>
                <a:off x="4379053" y="247475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9802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C81C34E-3855-4887-B9C3-6BBA662778F8}"/>
              </a:ext>
            </a:extLst>
          </p:cNvPr>
          <p:cNvGrpSpPr/>
          <p:nvPr/>
        </p:nvGrpSpPr>
        <p:grpSpPr>
          <a:xfrm rot="16200000">
            <a:off x="143925" y="517849"/>
            <a:ext cx="6568751" cy="5822302"/>
            <a:chOff x="143925" y="517849"/>
            <a:chExt cx="6568751" cy="5822302"/>
          </a:xfrm>
        </p:grpSpPr>
        <p:sp>
          <p:nvSpPr>
            <p:cNvPr id="34" name="Flowchart: Manual Operation 33">
              <a:extLst>
                <a:ext uri="{FF2B5EF4-FFF2-40B4-BE49-F238E27FC236}">
                  <a16:creationId xmlns:a16="http://schemas.microsoft.com/office/drawing/2014/main" id="{6546D90E-4AC0-45F3-8D90-60158D432809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C1D2AA4-7510-405E-A9E8-DE039E596021}"/>
                </a:ext>
              </a:extLst>
            </p:cNvPr>
            <p:cNvGrpSpPr/>
            <p:nvPr/>
          </p:nvGrpSpPr>
          <p:grpSpPr>
            <a:xfrm>
              <a:off x="1291201" y="1291905"/>
              <a:ext cx="4282588" cy="4274190"/>
              <a:chOff x="1291201" y="1291905"/>
              <a:chExt cx="4282588" cy="427419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CCA5AC5-869E-4241-8EFC-B0F016BFD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1201" y="1292207"/>
                <a:ext cx="4282588" cy="4273588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7113C9C-DD91-4536-9ACD-D0DFB6A671DF}"/>
                  </a:ext>
                </a:extLst>
              </p:cNvPr>
              <p:cNvGrpSpPr/>
              <p:nvPr/>
            </p:nvGrpSpPr>
            <p:grpSpPr>
              <a:xfrm>
                <a:off x="1291206" y="1291905"/>
                <a:ext cx="4274190" cy="4274190"/>
                <a:chOff x="1291206" y="1291905"/>
                <a:chExt cx="4274190" cy="4274190"/>
              </a:xfrm>
              <a:scene3d>
                <a:camera prst="orthographicFront">
                  <a:rot lat="0" lon="0" rev="0"/>
                </a:camera>
                <a:lightRig rig="threePt" dir="t"/>
              </a:scene3d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8F21CC5-F6BD-4A84-B317-DE9928A65307}"/>
                    </a:ext>
                  </a:extLst>
                </p:cNvPr>
                <p:cNvSpPr/>
                <p:nvPr/>
              </p:nvSpPr>
              <p:spPr>
                <a:xfrm>
                  <a:off x="1291206" y="1291905"/>
                  <a:ext cx="4274190" cy="4274190"/>
                </a:xfrm>
                <a:prstGeom prst="ellipse">
                  <a:avLst/>
                </a:pr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B669B44-B4D8-4ABD-897E-209405ED5CA4}"/>
                    </a:ext>
                  </a:extLst>
                </p:cNvPr>
                <p:cNvCxnSpPr>
                  <a:stCxn id="21" idx="0"/>
                  <a:endCxn id="21" idx="4"/>
                </p:cNvCxnSpPr>
                <p:nvPr/>
              </p:nvCxnSpPr>
              <p:spPr>
                <a:xfrm>
                  <a:off x="3428301" y="1291905"/>
                  <a:ext cx="0" cy="427419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E688595-4F13-49A3-93EC-C10DFDC1F476}"/>
                    </a:ext>
                  </a:extLst>
                </p:cNvPr>
                <p:cNvCxnSpPr>
                  <a:stCxn id="21" idx="2"/>
                  <a:endCxn id="21" idx="6"/>
                </p:cNvCxnSpPr>
                <p:nvPr/>
              </p:nvCxnSpPr>
              <p:spPr>
                <a:xfrm>
                  <a:off x="1291206" y="3429000"/>
                  <a:ext cx="4274190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E8072CE4-5460-430F-B895-185AB4724BA6}"/>
                    </a:ext>
                  </a:extLst>
                </p:cNvPr>
                <p:cNvCxnSpPr>
                  <a:endCxn id="21" idx="7"/>
                </p:cNvCxnSpPr>
                <p:nvPr/>
              </p:nvCxnSpPr>
              <p:spPr>
                <a:xfrm flipV="1">
                  <a:off x="3428301" y="1917846"/>
                  <a:ext cx="1511154" cy="151115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E980B2C-31A2-42E5-93AF-BDA408E6CB27}"/>
                    </a:ext>
                  </a:extLst>
                </p:cNvPr>
                <p:cNvCxnSpPr/>
                <p:nvPr/>
              </p:nvCxnSpPr>
              <p:spPr>
                <a:xfrm>
                  <a:off x="4379053" y="247475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8CEAFD-81E9-4270-AAB5-169061540DA1}"/>
              </a:ext>
            </a:extLst>
          </p:cNvPr>
          <p:cNvGrpSpPr/>
          <p:nvPr/>
        </p:nvGrpSpPr>
        <p:grpSpPr>
          <a:xfrm rot="16200000">
            <a:off x="5848827" y="517849"/>
            <a:ext cx="6568751" cy="5822302"/>
            <a:chOff x="143925" y="517849"/>
            <a:chExt cx="6568751" cy="5822302"/>
          </a:xfrm>
        </p:grpSpPr>
        <p:sp>
          <p:nvSpPr>
            <p:cNvPr id="36" name="Flowchart: Manual Operation 35">
              <a:extLst>
                <a:ext uri="{FF2B5EF4-FFF2-40B4-BE49-F238E27FC236}">
                  <a16:creationId xmlns:a16="http://schemas.microsoft.com/office/drawing/2014/main" id="{0EC7AC77-47DB-42B8-BFAF-CEE338B2FEBE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44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8E1AFEA-43BB-4CAF-906C-ED5BBCA45B1D}"/>
                </a:ext>
              </a:extLst>
            </p:cNvPr>
            <p:cNvGrpSpPr/>
            <p:nvPr/>
          </p:nvGrpSpPr>
          <p:grpSpPr>
            <a:xfrm>
              <a:off x="1291206" y="1291905"/>
              <a:ext cx="4274190" cy="4274190"/>
              <a:chOff x="1291206" y="1291905"/>
              <a:chExt cx="4274190" cy="4274190"/>
            </a:xfrm>
            <a:scene3d>
              <a:camera prst="orthographicFront">
                <a:rot lat="0" lon="0" rev="0"/>
              </a:camera>
              <a:lightRig rig="threePt" dir="t"/>
            </a:scene3d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05392CC-8DAA-44AA-8652-DC460E6998DC}"/>
                  </a:ext>
                </a:extLst>
              </p:cNvPr>
              <p:cNvSpPr/>
              <p:nvPr/>
            </p:nvSpPr>
            <p:spPr>
              <a:xfrm>
                <a:off x="1291206" y="1291905"/>
                <a:ext cx="4274190" cy="4274190"/>
              </a:xfrm>
              <a:prstGeom prst="ellipse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B5C5A1B-8619-4F42-98BD-6332A8ED8542}"/>
                  </a:ext>
                </a:extLst>
              </p:cNvPr>
              <p:cNvCxnSpPr>
                <a:stCxn id="40" idx="0"/>
                <a:endCxn id="40" idx="4"/>
              </p:cNvCxnSpPr>
              <p:nvPr/>
            </p:nvCxnSpPr>
            <p:spPr>
              <a:xfrm>
                <a:off x="3428301" y="1291905"/>
                <a:ext cx="0" cy="427419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CBE6383-8A4D-4081-B81F-E73B31E8F9DF}"/>
                  </a:ext>
                </a:extLst>
              </p:cNvPr>
              <p:cNvCxnSpPr>
                <a:stCxn id="40" idx="2"/>
                <a:endCxn id="40" idx="6"/>
              </p:cNvCxnSpPr>
              <p:nvPr/>
            </p:nvCxnSpPr>
            <p:spPr>
              <a:xfrm>
                <a:off x="1291206" y="3429000"/>
                <a:ext cx="427419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9B56F3CD-2F8D-4A97-9E6C-11A8468BD892}"/>
                  </a:ext>
                </a:extLst>
              </p:cNvPr>
              <p:cNvCxnSpPr>
                <a:endCxn id="40" idx="7"/>
              </p:cNvCxnSpPr>
              <p:nvPr/>
            </p:nvCxnSpPr>
            <p:spPr>
              <a:xfrm flipV="1">
                <a:off x="3428301" y="1917846"/>
                <a:ext cx="1511154" cy="15111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0823DC4-081C-476D-986E-DF928DD47234}"/>
                  </a:ext>
                </a:extLst>
              </p:cNvPr>
              <p:cNvCxnSpPr/>
              <p:nvPr/>
            </p:nvCxnSpPr>
            <p:spPr>
              <a:xfrm>
                <a:off x="4379053" y="247475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0758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C81C34E-3855-4887-B9C3-6BBA662778F8}"/>
              </a:ext>
            </a:extLst>
          </p:cNvPr>
          <p:cNvGrpSpPr/>
          <p:nvPr/>
        </p:nvGrpSpPr>
        <p:grpSpPr>
          <a:xfrm>
            <a:off x="143925" y="517849"/>
            <a:ext cx="6568751" cy="5822302"/>
            <a:chOff x="143925" y="517849"/>
            <a:chExt cx="6568751" cy="5822302"/>
          </a:xfrm>
          <a:scene3d>
            <a:camera prst="orthographicFront">
              <a:rot lat="4500002" lon="0" rev="0"/>
            </a:camera>
            <a:lightRig rig="threePt" dir="t"/>
          </a:scene3d>
        </p:grpSpPr>
        <p:sp>
          <p:nvSpPr>
            <p:cNvPr id="34" name="Flowchart: Manual Operation 33">
              <a:extLst>
                <a:ext uri="{FF2B5EF4-FFF2-40B4-BE49-F238E27FC236}">
                  <a16:creationId xmlns:a16="http://schemas.microsoft.com/office/drawing/2014/main" id="{6546D90E-4AC0-45F3-8D90-60158D432809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C1D2AA4-7510-405E-A9E8-DE039E596021}"/>
                </a:ext>
              </a:extLst>
            </p:cNvPr>
            <p:cNvGrpSpPr/>
            <p:nvPr/>
          </p:nvGrpSpPr>
          <p:grpSpPr>
            <a:xfrm>
              <a:off x="1291201" y="1291905"/>
              <a:ext cx="4282588" cy="4274190"/>
              <a:chOff x="1291201" y="1291905"/>
              <a:chExt cx="4282588" cy="427419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CCA5AC5-869E-4241-8EFC-B0F016BFD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1201" y="1292207"/>
                <a:ext cx="4282588" cy="4273588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7113C9C-DD91-4536-9ACD-D0DFB6A671DF}"/>
                  </a:ext>
                </a:extLst>
              </p:cNvPr>
              <p:cNvGrpSpPr/>
              <p:nvPr/>
            </p:nvGrpSpPr>
            <p:grpSpPr>
              <a:xfrm>
                <a:off x="1291206" y="1291905"/>
                <a:ext cx="4274190" cy="4274190"/>
                <a:chOff x="1291206" y="1291905"/>
                <a:chExt cx="4274190" cy="4274190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8F21CC5-F6BD-4A84-B317-DE9928A65307}"/>
                    </a:ext>
                  </a:extLst>
                </p:cNvPr>
                <p:cNvSpPr/>
                <p:nvPr/>
              </p:nvSpPr>
              <p:spPr>
                <a:xfrm>
                  <a:off x="1291206" y="1291905"/>
                  <a:ext cx="4274190" cy="4274190"/>
                </a:xfrm>
                <a:prstGeom prst="ellipse">
                  <a:avLst/>
                </a:pr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B669B44-B4D8-4ABD-897E-209405ED5CA4}"/>
                    </a:ext>
                  </a:extLst>
                </p:cNvPr>
                <p:cNvCxnSpPr>
                  <a:stCxn id="21" idx="0"/>
                  <a:endCxn id="21" idx="4"/>
                </p:cNvCxnSpPr>
                <p:nvPr/>
              </p:nvCxnSpPr>
              <p:spPr>
                <a:xfrm>
                  <a:off x="3428301" y="1291905"/>
                  <a:ext cx="0" cy="427419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E688595-4F13-49A3-93EC-C10DFDC1F476}"/>
                    </a:ext>
                  </a:extLst>
                </p:cNvPr>
                <p:cNvCxnSpPr>
                  <a:stCxn id="21" idx="2"/>
                  <a:endCxn id="21" idx="6"/>
                </p:cNvCxnSpPr>
                <p:nvPr/>
              </p:nvCxnSpPr>
              <p:spPr>
                <a:xfrm>
                  <a:off x="1291206" y="3429000"/>
                  <a:ext cx="4274190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E8072CE4-5460-430F-B895-185AB4724BA6}"/>
                    </a:ext>
                  </a:extLst>
                </p:cNvPr>
                <p:cNvCxnSpPr>
                  <a:endCxn id="21" idx="7"/>
                </p:cNvCxnSpPr>
                <p:nvPr/>
              </p:nvCxnSpPr>
              <p:spPr>
                <a:xfrm flipV="1">
                  <a:off x="3428301" y="1917846"/>
                  <a:ext cx="1511154" cy="151115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E980B2C-31A2-42E5-93AF-BDA408E6CB27}"/>
                    </a:ext>
                  </a:extLst>
                </p:cNvPr>
                <p:cNvCxnSpPr/>
                <p:nvPr/>
              </p:nvCxnSpPr>
              <p:spPr>
                <a:xfrm>
                  <a:off x="4379053" y="247475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BF39D4-168C-40FE-9751-AEA5D74FE66B}"/>
              </a:ext>
            </a:extLst>
          </p:cNvPr>
          <p:cNvGrpSpPr/>
          <p:nvPr/>
        </p:nvGrpSpPr>
        <p:grpSpPr>
          <a:xfrm>
            <a:off x="5399413" y="-1714365"/>
            <a:ext cx="6568751" cy="5822302"/>
            <a:chOff x="143925" y="517849"/>
            <a:chExt cx="6568751" cy="5822302"/>
          </a:xfrm>
          <a:scene3d>
            <a:camera prst="orthographicFront">
              <a:rot lat="4500002" lon="0" rev="0"/>
            </a:camera>
            <a:lightRig rig="threePt" dir="t"/>
          </a:scene3d>
        </p:grpSpPr>
        <p:sp>
          <p:nvSpPr>
            <p:cNvPr id="13" name="Flowchart: Manual Operation 12">
              <a:extLst>
                <a:ext uri="{FF2B5EF4-FFF2-40B4-BE49-F238E27FC236}">
                  <a16:creationId xmlns:a16="http://schemas.microsoft.com/office/drawing/2014/main" id="{D29E0B45-5F3B-4423-9B1D-07EB6B107266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250339-0BE4-407A-9552-A34DE8E0C7C1}"/>
                </a:ext>
              </a:extLst>
            </p:cNvPr>
            <p:cNvGrpSpPr/>
            <p:nvPr/>
          </p:nvGrpSpPr>
          <p:grpSpPr>
            <a:xfrm>
              <a:off x="1291206" y="1291905"/>
              <a:ext cx="4274190" cy="4274190"/>
              <a:chOff x="1291206" y="1291905"/>
              <a:chExt cx="4274190" cy="427419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23E0F45-F15D-4F46-BFFC-FE7E99AF4AA0}"/>
                  </a:ext>
                </a:extLst>
              </p:cNvPr>
              <p:cNvSpPr/>
              <p:nvPr/>
            </p:nvSpPr>
            <p:spPr>
              <a:xfrm>
                <a:off x="1291206" y="1291905"/>
                <a:ext cx="4274190" cy="4274190"/>
              </a:xfrm>
              <a:prstGeom prst="ellipse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7578B87-9E7D-461F-8060-3249800D9CA6}"/>
                  </a:ext>
                </a:extLst>
              </p:cNvPr>
              <p:cNvCxnSpPr>
                <a:stCxn id="17" idx="0"/>
                <a:endCxn id="17" idx="4"/>
              </p:cNvCxnSpPr>
              <p:nvPr/>
            </p:nvCxnSpPr>
            <p:spPr>
              <a:xfrm>
                <a:off x="3428301" y="1291905"/>
                <a:ext cx="0" cy="427419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325CA0B-B0DE-4227-A42F-922236A044C1}"/>
                  </a:ext>
                </a:extLst>
              </p:cNvPr>
              <p:cNvCxnSpPr>
                <a:stCxn id="17" idx="2"/>
                <a:endCxn id="17" idx="6"/>
              </p:cNvCxnSpPr>
              <p:nvPr/>
            </p:nvCxnSpPr>
            <p:spPr>
              <a:xfrm>
                <a:off x="1291206" y="3429000"/>
                <a:ext cx="427419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4DBB28ED-AFA3-43EF-AF6B-27318C6BAF1A}"/>
                  </a:ext>
                </a:extLst>
              </p:cNvPr>
              <p:cNvCxnSpPr>
                <a:endCxn id="17" idx="7"/>
              </p:cNvCxnSpPr>
              <p:nvPr/>
            </p:nvCxnSpPr>
            <p:spPr>
              <a:xfrm flipV="1">
                <a:off x="3428301" y="1917846"/>
                <a:ext cx="1511154" cy="15111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C6BEB10-C47B-47DA-9064-420D622C5C63}"/>
                  </a:ext>
                </a:extLst>
              </p:cNvPr>
              <p:cNvCxnSpPr/>
              <p:nvPr/>
            </p:nvCxnSpPr>
            <p:spPr>
              <a:xfrm>
                <a:off x="4379053" y="247475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5EBDFECA-6DC6-410C-8387-5987829B6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976" y="2550860"/>
            <a:ext cx="4282588" cy="427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4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C81C34E-3855-4887-B9C3-6BBA662778F8}"/>
              </a:ext>
            </a:extLst>
          </p:cNvPr>
          <p:cNvGrpSpPr/>
          <p:nvPr/>
        </p:nvGrpSpPr>
        <p:grpSpPr>
          <a:xfrm>
            <a:off x="143925" y="517849"/>
            <a:ext cx="6568751" cy="5822302"/>
            <a:chOff x="143925" y="517849"/>
            <a:chExt cx="6568751" cy="5822302"/>
          </a:xfrm>
          <a:scene3d>
            <a:camera prst="orthographicFront">
              <a:rot lat="4500002" lon="0" rev="0"/>
            </a:camera>
            <a:lightRig rig="threePt" dir="t"/>
          </a:scene3d>
        </p:grpSpPr>
        <p:sp>
          <p:nvSpPr>
            <p:cNvPr id="34" name="Flowchart: Manual Operation 33">
              <a:extLst>
                <a:ext uri="{FF2B5EF4-FFF2-40B4-BE49-F238E27FC236}">
                  <a16:creationId xmlns:a16="http://schemas.microsoft.com/office/drawing/2014/main" id="{6546D90E-4AC0-45F3-8D90-60158D432809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C1D2AA4-7510-405E-A9E8-DE039E596021}"/>
                </a:ext>
              </a:extLst>
            </p:cNvPr>
            <p:cNvGrpSpPr/>
            <p:nvPr/>
          </p:nvGrpSpPr>
          <p:grpSpPr>
            <a:xfrm>
              <a:off x="1291201" y="1291905"/>
              <a:ext cx="4282588" cy="4274190"/>
              <a:chOff x="1291201" y="1291905"/>
              <a:chExt cx="4282588" cy="427419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CCA5AC5-869E-4241-8EFC-B0F016BFD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1201" y="1292207"/>
                <a:ext cx="4282588" cy="4273588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7113C9C-DD91-4536-9ACD-D0DFB6A671DF}"/>
                  </a:ext>
                </a:extLst>
              </p:cNvPr>
              <p:cNvGrpSpPr/>
              <p:nvPr/>
            </p:nvGrpSpPr>
            <p:grpSpPr>
              <a:xfrm>
                <a:off x="1291206" y="1291905"/>
                <a:ext cx="4274190" cy="4274190"/>
                <a:chOff x="1291206" y="1291905"/>
                <a:chExt cx="4274190" cy="4274190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8F21CC5-F6BD-4A84-B317-DE9928A65307}"/>
                    </a:ext>
                  </a:extLst>
                </p:cNvPr>
                <p:cNvSpPr/>
                <p:nvPr/>
              </p:nvSpPr>
              <p:spPr>
                <a:xfrm>
                  <a:off x="1291206" y="1291905"/>
                  <a:ext cx="4274190" cy="4274190"/>
                </a:xfrm>
                <a:prstGeom prst="ellipse">
                  <a:avLst/>
                </a:pr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B669B44-B4D8-4ABD-897E-209405ED5CA4}"/>
                    </a:ext>
                  </a:extLst>
                </p:cNvPr>
                <p:cNvCxnSpPr>
                  <a:stCxn id="21" idx="0"/>
                  <a:endCxn id="21" idx="4"/>
                </p:cNvCxnSpPr>
                <p:nvPr/>
              </p:nvCxnSpPr>
              <p:spPr>
                <a:xfrm>
                  <a:off x="3428301" y="1291905"/>
                  <a:ext cx="0" cy="427419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E688595-4F13-49A3-93EC-C10DFDC1F476}"/>
                    </a:ext>
                  </a:extLst>
                </p:cNvPr>
                <p:cNvCxnSpPr>
                  <a:stCxn id="21" idx="2"/>
                  <a:endCxn id="21" idx="6"/>
                </p:cNvCxnSpPr>
                <p:nvPr/>
              </p:nvCxnSpPr>
              <p:spPr>
                <a:xfrm>
                  <a:off x="1291206" y="3429000"/>
                  <a:ext cx="4274190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E8072CE4-5460-430F-B895-185AB4724BA6}"/>
                    </a:ext>
                  </a:extLst>
                </p:cNvPr>
                <p:cNvCxnSpPr>
                  <a:endCxn id="21" idx="7"/>
                </p:cNvCxnSpPr>
                <p:nvPr/>
              </p:nvCxnSpPr>
              <p:spPr>
                <a:xfrm flipV="1">
                  <a:off x="3428301" y="1917846"/>
                  <a:ext cx="1511154" cy="151115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E980B2C-31A2-42E5-93AF-BDA408E6CB27}"/>
                    </a:ext>
                  </a:extLst>
                </p:cNvPr>
                <p:cNvCxnSpPr/>
                <p:nvPr/>
              </p:nvCxnSpPr>
              <p:spPr>
                <a:xfrm>
                  <a:off x="4379053" y="247475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BF39D4-168C-40FE-9751-AEA5D74FE66B}"/>
              </a:ext>
            </a:extLst>
          </p:cNvPr>
          <p:cNvGrpSpPr/>
          <p:nvPr/>
        </p:nvGrpSpPr>
        <p:grpSpPr>
          <a:xfrm>
            <a:off x="143924" y="-1619095"/>
            <a:ext cx="6568751" cy="5822302"/>
            <a:chOff x="143925" y="517849"/>
            <a:chExt cx="6568751" cy="5822302"/>
          </a:xfrm>
          <a:scene3d>
            <a:camera prst="orthographicFront">
              <a:rot lat="4500002" lon="0" rev="0"/>
            </a:camera>
            <a:lightRig rig="threePt" dir="t"/>
          </a:scene3d>
        </p:grpSpPr>
        <p:sp>
          <p:nvSpPr>
            <p:cNvPr id="13" name="Flowchart: Manual Operation 12">
              <a:extLst>
                <a:ext uri="{FF2B5EF4-FFF2-40B4-BE49-F238E27FC236}">
                  <a16:creationId xmlns:a16="http://schemas.microsoft.com/office/drawing/2014/main" id="{D29E0B45-5F3B-4423-9B1D-07EB6B107266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250339-0BE4-407A-9552-A34DE8E0C7C1}"/>
                </a:ext>
              </a:extLst>
            </p:cNvPr>
            <p:cNvGrpSpPr/>
            <p:nvPr/>
          </p:nvGrpSpPr>
          <p:grpSpPr>
            <a:xfrm>
              <a:off x="1291206" y="1291905"/>
              <a:ext cx="4274190" cy="4274190"/>
              <a:chOff x="1291206" y="1291905"/>
              <a:chExt cx="4274190" cy="427419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23E0F45-F15D-4F46-BFFC-FE7E99AF4AA0}"/>
                  </a:ext>
                </a:extLst>
              </p:cNvPr>
              <p:cNvSpPr/>
              <p:nvPr/>
            </p:nvSpPr>
            <p:spPr>
              <a:xfrm>
                <a:off x="1291206" y="1291905"/>
                <a:ext cx="4274190" cy="4274190"/>
              </a:xfrm>
              <a:prstGeom prst="ellipse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7578B87-9E7D-461F-8060-3249800D9CA6}"/>
                  </a:ext>
                </a:extLst>
              </p:cNvPr>
              <p:cNvCxnSpPr>
                <a:stCxn id="17" idx="0"/>
                <a:endCxn id="17" idx="4"/>
              </p:cNvCxnSpPr>
              <p:nvPr/>
            </p:nvCxnSpPr>
            <p:spPr>
              <a:xfrm>
                <a:off x="3428301" y="1291905"/>
                <a:ext cx="0" cy="427419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325CA0B-B0DE-4227-A42F-922236A044C1}"/>
                  </a:ext>
                </a:extLst>
              </p:cNvPr>
              <p:cNvCxnSpPr>
                <a:stCxn id="17" idx="2"/>
                <a:endCxn id="17" idx="6"/>
              </p:cNvCxnSpPr>
              <p:nvPr/>
            </p:nvCxnSpPr>
            <p:spPr>
              <a:xfrm>
                <a:off x="1291206" y="3429000"/>
                <a:ext cx="427419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4DBB28ED-AFA3-43EF-AF6B-27318C6BAF1A}"/>
                  </a:ext>
                </a:extLst>
              </p:cNvPr>
              <p:cNvCxnSpPr>
                <a:endCxn id="17" idx="7"/>
              </p:cNvCxnSpPr>
              <p:nvPr/>
            </p:nvCxnSpPr>
            <p:spPr>
              <a:xfrm flipV="1">
                <a:off x="3428301" y="1917846"/>
                <a:ext cx="1511154" cy="15111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C6BEB10-C47B-47DA-9064-420D622C5C63}"/>
                  </a:ext>
                </a:extLst>
              </p:cNvPr>
              <p:cNvCxnSpPr/>
              <p:nvPr/>
            </p:nvCxnSpPr>
            <p:spPr>
              <a:xfrm>
                <a:off x="4379053" y="247475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AD99E2D-4312-42AC-BD38-3A78DA0CFA1E}"/>
              </a:ext>
            </a:extLst>
          </p:cNvPr>
          <p:cNvGrpSpPr/>
          <p:nvPr/>
        </p:nvGrpSpPr>
        <p:grpSpPr>
          <a:xfrm>
            <a:off x="6838793" y="636721"/>
            <a:ext cx="5211887" cy="5508984"/>
            <a:chOff x="6829970" y="-141158"/>
            <a:chExt cx="5211887" cy="550898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C1B1071-7122-4063-875F-6167336A8E22}"/>
                </a:ext>
              </a:extLst>
            </p:cNvPr>
            <p:cNvGrpSpPr/>
            <p:nvPr/>
          </p:nvGrpSpPr>
          <p:grpSpPr>
            <a:xfrm>
              <a:off x="6829970" y="226656"/>
              <a:ext cx="5211887" cy="5141170"/>
              <a:chOff x="6829970" y="226656"/>
              <a:chExt cx="5211887" cy="514117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C98B67-0EA5-456B-A60E-E3CA94CC2649}"/>
                  </a:ext>
                </a:extLst>
              </p:cNvPr>
              <p:cNvSpPr txBox="1"/>
              <p:nvPr/>
            </p:nvSpPr>
            <p:spPr>
              <a:xfrm>
                <a:off x="11524211" y="2612575"/>
                <a:ext cx="5176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P+</a:t>
                </a:r>
                <a:endParaRPr lang="en-AU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4C95DA-E470-4AA6-8C35-74E7FFFF586C}"/>
                  </a:ext>
                </a:extLst>
              </p:cNvPr>
              <p:cNvSpPr/>
              <p:nvPr/>
            </p:nvSpPr>
            <p:spPr>
              <a:xfrm>
                <a:off x="6829970" y="226656"/>
                <a:ext cx="5075853" cy="5141170"/>
              </a:xfrm>
              <a:prstGeom prst="rect">
                <a:avLst/>
              </a:prstGeom>
              <a:solidFill>
                <a:schemeClr val="bg1">
                  <a:lumMod val="50000"/>
                  <a:alpha val="48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5EBDFECA-6DC6-410C-8387-5987829B67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26603" y="661613"/>
                <a:ext cx="4282588" cy="4273588"/>
              </a:xfrm>
              <a:prstGeom prst="rect">
                <a:avLst/>
              </a:prstGeom>
            </p:spPr>
          </p:pic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D700FA4-B260-4548-8CF6-18F366BD3255}"/>
                  </a:ext>
                </a:extLst>
              </p:cNvPr>
              <p:cNvSpPr/>
              <p:nvPr/>
            </p:nvSpPr>
            <p:spPr>
              <a:xfrm>
                <a:off x="7235001" y="661011"/>
                <a:ext cx="4274190" cy="4274190"/>
              </a:xfrm>
              <a:prstGeom prst="ellipse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87B06AB4-C480-4787-8594-C3A0C6B392B4}"/>
                  </a:ext>
                </a:extLst>
              </p:cNvPr>
              <p:cNvCxnSpPr>
                <a:stCxn id="30" idx="0"/>
                <a:endCxn id="30" idx="2"/>
              </p:cNvCxnSpPr>
              <p:nvPr/>
            </p:nvCxnSpPr>
            <p:spPr>
              <a:xfrm>
                <a:off x="9367897" y="661613"/>
                <a:ext cx="0" cy="4273588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5F7EF981-5344-4317-8D5F-38045414D15A}"/>
                  </a:ext>
                </a:extLst>
              </p:cNvPr>
              <p:cNvCxnSpPr>
                <a:stCxn id="31" idx="2"/>
                <a:endCxn id="30" idx="3"/>
              </p:cNvCxnSpPr>
              <p:nvPr/>
            </p:nvCxnSpPr>
            <p:spPr>
              <a:xfrm>
                <a:off x="7235001" y="2798106"/>
                <a:ext cx="4274190" cy="301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6B54869B-8556-402E-A04A-01D556F0C126}"/>
                  </a:ext>
                </a:extLst>
              </p:cNvPr>
              <p:cNvCxnSpPr>
                <a:endCxn id="31" idx="7"/>
              </p:cNvCxnSpPr>
              <p:nvPr/>
            </p:nvCxnSpPr>
            <p:spPr>
              <a:xfrm flipV="1">
                <a:off x="9367897" y="1286952"/>
                <a:ext cx="1515353" cy="151115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3638D8F-DD1C-447F-8382-B20B36B96B0B}"/>
                  </a:ext>
                </a:extLst>
              </p:cNvPr>
              <p:cNvSpPr/>
              <p:nvPr/>
            </p:nvSpPr>
            <p:spPr>
              <a:xfrm>
                <a:off x="11139169" y="2613440"/>
                <a:ext cx="3850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⨀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CE6162A-358D-4829-A5C3-0CD1CF1F689F}"/>
                  </a:ext>
                </a:extLst>
              </p:cNvPr>
              <p:cNvSpPr/>
              <p:nvPr/>
            </p:nvSpPr>
            <p:spPr>
              <a:xfrm>
                <a:off x="9175414" y="667535"/>
                <a:ext cx="3850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⨀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5769EAB-2D1A-4D83-AC12-B5FF5A6FF792}"/>
                  </a:ext>
                </a:extLst>
              </p:cNvPr>
              <p:cNvSpPr/>
              <p:nvPr/>
            </p:nvSpPr>
            <p:spPr>
              <a:xfrm>
                <a:off x="7269510" y="2613440"/>
                <a:ext cx="3850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/>
                  <a:t>⨂</a:t>
                </a:r>
                <a:endParaRPr lang="en-AU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028703E-69EB-40B8-94EA-29E52EA0952B}"/>
                  </a:ext>
                </a:extLst>
              </p:cNvPr>
              <p:cNvSpPr/>
              <p:nvPr/>
            </p:nvSpPr>
            <p:spPr>
              <a:xfrm>
                <a:off x="9175414" y="4554167"/>
                <a:ext cx="3850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⨂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F7113CF9-CA11-4572-96EB-7D70FD21A17C}"/>
                      </a:ext>
                    </a:extLst>
                  </p:cNvPr>
                  <p:cNvSpPr/>
                  <p:nvPr/>
                </p:nvSpPr>
                <p:spPr>
                  <a:xfrm>
                    <a:off x="9708954" y="2443849"/>
                    <a:ext cx="36420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AU">
                              <a:latin typeface="Cambria Math" panose="02040503050406030204" pitchFamily="18" charset="0"/>
                            </a:rPr>
                            <m:t>θ</m:t>
                          </m:r>
                        </m:oMath>
                      </m:oMathPara>
                    </a14:m>
                    <a:endParaRPr lang="en-AU" dirty="0"/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F7113CF9-CA11-4572-96EB-7D70FD21A17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8954" y="2443849"/>
                    <a:ext cx="36420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92CD25C-6936-4666-B2BA-B249CBBEB4AA}"/>
                  </a:ext>
                </a:extLst>
              </p:cNvPr>
              <p:cNvSpPr txBox="1"/>
              <p:nvPr/>
            </p:nvSpPr>
            <p:spPr>
              <a:xfrm>
                <a:off x="6854555" y="2600726"/>
                <a:ext cx="5176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P-</a:t>
                </a:r>
                <a:endParaRPr lang="en-AU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374D0C5-04BF-4F14-8DA8-36606DB4D1CF}"/>
                  </a:ext>
                </a:extLst>
              </p:cNvPr>
              <p:cNvSpPr txBox="1"/>
              <p:nvPr/>
            </p:nvSpPr>
            <p:spPr>
              <a:xfrm>
                <a:off x="9152399" y="311218"/>
                <a:ext cx="46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S+</a:t>
                </a:r>
                <a:endParaRPr lang="en-AU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B284E0E-55EA-4422-93AB-773A3255DE5D}"/>
                  </a:ext>
                </a:extLst>
              </p:cNvPr>
              <p:cNvSpPr txBox="1"/>
              <p:nvPr/>
            </p:nvSpPr>
            <p:spPr>
              <a:xfrm>
                <a:off x="9146069" y="4962774"/>
                <a:ext cx="46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S-</a:t>
                </a:r>
                <a:endParaRPr lang="en-A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70A8BE8-3A46-49FB-88BD-F9B5503CD1CC}"/>
                      </a:ext>
                    </a:extLst>
                  </p:cNvPr>
                  <p:cNvSpPr/>
                  <p:nvPr/>
                </p:nvSpPr>
                <p:spPr>
                  <a:xfrm>
                    <a:off x="10836208" y="991196"/>
                    <a:ext cx="45352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AU" dirty="0"/>
                  </a:p>
                </p:txBody>
              </p:sp>
            </mc:Choice>
            <mc:Fallback xmlns="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70A8BE8-3A46-49FB-88BD-F9B5503CD1C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36208" y="991196"/>
                    <a:ext cx="45352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E1B390A-F861-425A-BB90-A808181003B9}"/>
                </a:ext>
              </a:extLst>
            </p:cNvPr>
            <p:cNvSpPr txBox="1"/>
            <p:nvPr/>
          </p:nvSpPr>
          <p:spPr>
            <a:xfrm>
              <a:off x="7965146" y="-141158"/>
              <a:ext cx="28241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3. P-S-Q Rotation Diagram</a:t>
              </a:r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290943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01A88A-EA59-43EF-B856-E9B24305AAEE}"/>
              </a:ext>
            </a:extLst>
          </p:cNvPr>
          <p:cNvGrpSpPr/>
          <p:nvPr/>
        </p:nvGrpSpPr>
        <p:grpSpPr>
          <a:xfrm rot="17135495">
            <a:off x="6510417" y="2421752"/>
            <a:ext cx="2175432" cy="1230733"/>
            <a:chOff x="143925" y="517849"/>
            <a:chExt cx="6568751" cy="5822302"/>
          </a:xfrm>
          <a:scene3d>
            <a:camera prst="orthographicFront">
              <a:rot lat="21000000" lon="3600000" rev="0"/>
            </a:camera>
            <a:lightRig rig="threePt" dir="t"/>
          </a:scene3d>
        </p:grpSpPr>
        <p:sp>
          <p:nvSpPr>
            <p:cNvPr id="13" name="Flowchart: Manual Operation 12">
              <a:extLst>
                <a:ext uri="{FF2B5EF4-FFF2-40B4-BE49-F238E27FC236}">
                  <a16:creationId xmlns:a16="http://schemas.microsoft.com/office/drawing/2014/main" id="{8679064F-6FE2-4540-AE0E-8E9533B1A111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46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25446CA-EC0A-4046-8746-5FA8308CB672}"/>
                </a:ext>
              </a:extLst>
            </p:cNvPr>
            <p:cNvGrpSpPr/>
            <p:nvPr/>
          </p:nvGrpSpPr>
          <p:grpSpPr>
            <a:xfrm>
              <a:off x="1291201" y="1291905"/>
              <a:ext cx="4282588" cy="4274190"/>
              <a:chOff x="1291201" y="1291905"/>
              <a:chExt cx="4282588" cy="427419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7557EAC-D665-49EF-B3C3-4941C73A19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1201" y="1292207"/>
                <a:ext cx="4282588" cy="4273588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82B0B80-363A-45DE-82BD-1EE0D4CAD3A3}"/>
                  </a:ext>
                </a:extLst>
              </p:cNvPr>
              <p:cNvGrpSpPr/>
              <p:nvPr/>
            </p:nvGrpSpPr>
            <p:grpSpPr>
              <a:xfrm>
                <a:off x="1291206" y="1291905"/>
                <a:ext cx="4274190" cy="4274190"/>
                <a:chOff x="1291206" y="1291905"/>
                <a:chExt cx="4274190" cy="4274190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B30E30EF-6C16-4790-8305-CAFB765104A1}"/>
                    </a:ext>
                  </a:extLst>
                </p:cNvPr>
                <p:cNvSpPr/>
                <p:nvPr/>
              </p:nvSpPr>
              <p:spPr>
                <a:xfrm>
                  <a:off x="1291206" y="1291905"/>
                  <a:ext cx="4274190" cy="4274190"/>
                </a:xfrm>
                <a:prstGeom prst="ellipse">
                  <a:avLst/>
                </a:pr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A655C86-737C-4765-B100-71C5CF26517D}"/>
                    </a:ext>
                  </a:extLst>
                </p:cNvPr>
                <p:cNvCxnSpPr>
                  <a:stCxn id="17" idx="0"/>
                  <a:endCxn id="17" idx="4"/>
                </p:cNvCxnSpPr>
                <p:nvPr/>
              </p:nvCxnSpPr>
              <p:spPr>
                <a:xfrm>
                  <a:off x="3428301" y="1291905"/>
                  <a:ext cx="0" cy="427419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A531F2C-FE64-4F07-8CB5-BF76F42E0FFE}"/>
                    </a:ext>
                  </a:extLst>
                </p:cNvPr>
                <p:cNvCxnSpPr>
                  <a:stCxn id="17" idx="2"/>
                  <a:endCxn id="17" idx="6"/>
                </p:cNvCxnSpPr>
                <p:nvPr/>
              </p:nvCxnSpPr>
              <p:spPr>
                <a:xfrm>
                  <a:off x="1291206" y="3429000"/>
                  <a:ext cx="4274190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589DF886-52F9-4E18-9857-9A386B8180D6}"/>
                    </a:ext>
                  </a:extLst>
                </p:cNvPr>
                <p:cNvCxnSpPr>
                  <a:endCxn id="17" idx="7"/>
                </p:cNvCxnSpPr>
                <p:nvPr/>
              </p:nvCxnSpPr>
              <p:spPr>
                <a:xfrm flipV="1">
                  <a:off x="3428301" y="1917846"/>
                  <a:ext cx="1511154" cy="151115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4F9EAD52-5161-463E-B877-E227F63F01F9}"/>
                    </a:ext>
                  </a:extLst>
                </p:cNvPr>
                <p:cNvCxnSpPr/>
                <p:nvPr/>
              </p:nvCxnSpPr>
              <p:spPr>
                <a:xfrm>
                  <a:off x="4379053" y="247475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C81C34E-3855-4887-B9C3-6BBA662778F8}"/>
              </a:ext>
            </a:extLst>
          </p:cNvPr>
          <p:cNvGrpSpPr/>
          <p:nvPr/>
        </p:nvGrpSpPr>
        <p:grpSpPr>
          <a:xfrm>
            <a:off x="2811624" y="517849"/>
            <a:ext cx="6568751" cy="5822302"/>
            <a:chOff x="143925" y="517849"/>
            <a:chExt cx="6568751" cy="5822302"/>
          </a:xfrm>
          <a:scene3d>
            <a:camera prst="orthographicFront">
              <a:rot lat="4500000" lon="0" rev="0"/>
            </a:camera>
            <a:lightRig rig="threePt" dir="t"/>
          </a:scene3d>
        </p:grpSpPr>
        <p:sp>
          <p:nvSpPr>
            <p:cNvPr id="34" name="Flowchart: Manual Operation 33">
              <a:extLst>
                <a:ext uri="{FF2B5EF4-FFF2-40B4-BE49-F238E27FC236}">
                  <a16:creationId xmlns:a16="http://schemas.microsoft.com/office/drawing/2014/main" id="{6546D90E-4AC0-45F3-8D90-60158D432809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C1D2AA4-7510-405E-A9E8-DE039E596021}"/>
                </a:ext>
              </a:extLst>
            </p:cNvPr>
            <p:cNvGrpSpPr/>
            <p:nvPr/>
          </p:nvGrpSpPr>
          <p:grpSpPr>
            <a:xfrm>
              <a:off x="1291201" y="1291905"/>
              <a:ext cx="4282588" cy="4274190"/>
              <a:chOff x="1291201" y="1291905"/>
              <a:chExt cx="4282588" cy="427419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CCA5AC5-869E-4241-8EFC-B0F016BFD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1201" y="1292207"/>
                <a:ext cx="4282588" cy="4273588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7113C9C-DD91-4536-9ACD-D0DFB6A671DF}"/>
                  </a:ext>
                </a:extLst>
              </p:cNvPr>
              <p:cNvGrpSpPr/>
              <p:nvPr/>
            </p:nvGrpSpPr>
            <p:grpSpPr>
              <a:xfrm>
                <a:off x="1291206" y="1291905"/>
                <a:ext cx="4274190" cy="4274190"/>
                <a:chOff x="1291206" y="1291905"/>
                <a:chExt cx="4274190" cy="4274190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8F21CC5-F6BD-4A84-B317-DE9928A65307}"/>
                    </a:ext>
                  </a:extLst>
                </p:cNvPr>
                <p:cNvSpPr/>
                <p:nvPr/>
              </p:nvSpPr>
              <p:spPr>
                <a:xfrm>
                  <a:off x="1291206" y="1291905"/>
                  <a:ext cx="4274190" cy="4274190"/>
                </a:xfrm>
                <a:prstGeom prst="ellipse">
                  <a:avLst/>
                </a:prstGeom>
                <a:no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B669B44-B4D8-4ABD-897E-209405ED5CA4}"/>
                    </a:ext>
                  </a:extLst>
                </p:cNvPr>
                <p:cNvCxnSpPr>
                  <a:stCxn id="21" idx="0"/>
                  <a:endCxn id="21" idx="4"/>
                </p:cNvCxnSpPr>
                <p:nvPr/>
              </p:nvCxnSpPr>
              <p:spPr>
                <a:xfrm>
                  <a:off x="3428301" y="1291905"/>
                  <a:ext cx="0" cy="427419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E688595-4F13-49A3-93EC-C10DFDC1F476}"/>
                    </a:ext>
                  </a:extLst>
                </p:cNvPr>
                <p:cNvCxnSpPr>
                  <a:stCxn id="21" idx="2"/>
                  <a:endCxn id="21" idx="6"/>
                </p:cNvCxnSpPr>
                <p:nvPr/>
              </p:nvCxnSpPr>
              <p:spPr>
                <a:xfrm>
                  <a:off x="1291206" y="3429000"/>
                  <a:ext cx="4274190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E8072CE4-5460-430F-B895-185AB4724BA6}"/>
                    </a:ext>
                  </a:extLst>
                </p:cNvPr>
                <p:cNvCxnSpPr>
                  <a:endCxn id="21" idx="7"/>
                </p:cNvCxnSpPr>
                <p:nvPr/>
              </p:nvCxnSpPr>
              <p:spPr>
                <a:xfrm flipV="1">
                  <a:off x="3428301" y="1917846"/>
                  <a:ext cx="1511154" cy="151115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E980B2C-31A2-42E5-93AF-BDA408E6CB27}"/>
                    </a:ext>
                  </a:extLst>
                </p:cNvPr>
                <p:cNvCxnSpPr/>
                <p:nvPr/>
              </p:nvCxnSpPr>
              <p:spPr>
                <a:xfrm>
                  <a:off x="4379053" y="247475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609503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01A88A-EA59-43EF-B856-E9B24305AAEE}"/>
              </a:ext>
            </a:extLst>
          </p:cNvPr>
          <p:cNvGrpSpPr/>
          <p:nvPr/>
        </p:nvGrpSpPr>
        <p:grpSpPr>
          <a:xfrm rot="17135495">
            <a:off x="6519438" y="2415182"/>
            <a:ext cx="2175432" cy="1230733"/>
            <a:chOff x="143925" y="517849"/>
            <a:chExt cx="6568751" cy="5822302"/>
          </a:xfrm>
          <a:scene3d>
            <a:camera prst="orthographicFront">
              <a:rot lat="21000000" lon="3600000" rev="0"/>
            </a:camera>
            <a:lightRig rig="threePt" dir="t"/>
          </a:scene3d>
        </p:grpSpPr>
        <p:sp>
          <p:nvSpPr>
            <p:cNvPr id="13" name="Flowchart: Manual Operation 12">
              <a:extLst>
                <a:ext uri="{FF2B5EF4-FFF2-40B4-BE49-F238E27FC236}">
                  <a16:creationId xmlns:a16="http://schemas.microsoft.com/office/drawing/2014/main" id="{8679064F-6FE2-4540-AE0E-8E9533B1A111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46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82B0B80-363A-45DE-82BD-1EE0D4CAD3A3}"/>
                </a:ext>
              </a:extLst>
            </p:cNvPr>
            <p:cNvGrpSpPr/>
            <p:nvPr/>
          </p:nvGrpSpPr>
          <p:grpSpPr>
            <a:xfrm>
              <a:off x="1291205" y="1291905"/>
              <a:ext cx="4274191" cy="4274189"/>
              <a:chOff x="1291206" y="1291905"/>
              <a:chExt cx="4274190" cy="427419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30E30EF-6C16-4790-8305-CAFB765104A1}"/>
                  </a:ext>
                </a:extLst>
              </p:cNvPr>
              <p:cNvSpPr/>
              <p:nvPr/>
            </p:nvSpPr>
            <p:spPr>
              <a:xfrm>
                <a:off x="1291206" y="1291905"/>
                <a:ext cx="4274190" cy="4274190"/>
              </a:xfrm>
              <a:prstGeom prst="ellipse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A655C86-737C-4765-B100-71C5CF26517D}"/>
                  </a:ext>
                </a:extLst>
              </p:cNvPr>
              <p:cNvCxnSpPr>
                <a:cxnSpLocks/>
                <a:stCxn id="17" idx="0"/>
                <a:endCxn id="17" idx="4"/>
              </p:cNvCxnSpPr>
              <p:nvPr/>
            </p:nvCxnSpPr>
            <p:spPr>
              <a:xfrm>
                <a:off x="3428301" y="1291905"/>
                <a:ext cx="0" cy="427419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A531F2C-FE64-4F07-8CB5-BF76F42E0FFE}"/>
                  </a:ext>
                </a:extLst>
              </p:cNvPr>
              <p:cNvCxnSpPr>
                <a:cxnSpLocks/>
                <a:stCxn id="17" idx="2"/>
                <a:endCxn id="17" idx="6"/>
              </p:cNvCxnSpPr>
              <p:nvPr/>
            </p:nvCxnSpPr>
            <p:spPr>
              <a:xfrm>
                <a:off x="1291206" y="3429000"/>
                <a:ext cx="427419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589DF886-52F9-4E18-9857-9A386B8180D6}"/>
                  </a:ext>
                </a:extLst>
              </p:cNvPr>
              <p:cNvCxnSpPr>
                <a:cxnSpLocks/>
                <a:endCxn id="17" idx="7"/>
              </p:cNvCxnSpPr>
              <p:nvPr/>
            </p:nvCxnSpPr>
            <p:spPr>
              <a:xfrm flipV="1">
                <a:off x="3428301" y="1917846"/>
                <a:ext cx="1511154" cy="15111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F9EAD52-5161-463E-B877-E227F63F01F9}"/>
                  </a:ext>
                </a:extLst>
              </p:cNvPr>
              <p:cNvCxnSpPr/>
              <p:nvPr/>
            </p:nvCxnSpPr>
            <p:spPr>
              <a:xfrm>
                <a:off x="4379053" y="247475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C81C34E-3855-4887-B9C3-6BBA662778F8}"/>
              </a:ext>
            </a:extLst>
          </p:cNvPr>
          <p:cNvGrpSpPr/>
          <p:nvPr/>
        </p:nvGrpSpPr>
        <p:grpSpPr>
          <a:xfrm>
            <a:off x="2811624" y="517849"/>
            <a:ext cx="6568751" cy="5822302"/>
            <a:chOff x="143925" y="517849"/>
            <a:chExt cx="6568751" cy="5822302"/>
          </a:xfrm>
          <a:scene3d>
            <a:camera prst="orthographicFront">
              <a:rot lat="4500000" lon="0" rev="0"/>
            </a:camera>
            <a:lightRig rig="threePt" dir="t"/>
          </a:scene3d>
        </p:grpSpPr>
        <p:sp>
          <p:nvSpPr>
            <p:cNvPr id="34" name="Flowchart: Manual Operation 33">
              <a:extLst>
                <a:ext uri="{FF2B5EF4-FFF2-40B4-BE49-F238E27FC236}">
                  <a16:creationId xmlns:a16="http://schemas.microsoft.com/office/drawing/2014/main" id="{6546D90E-4AC0-45F3-8D90-60158D432809}"/>
                </a:ext>
              </a:extLst>
            </p:cNvPr>
            <p:cNvSpPr/>
            <p:nvPr/>
          </p:nvSpPr>
          <p:spPr>
            <a:xfrm flipV="1">
              <a:off x="143925" y="517849"/>
              <a:ext cx="6568751" cy="5822302"/>
            </a:xfrm>
            <a:prstGeom prst="flowChartManualOperation">
              <a:avLst/>
            </a:prstGeom>
            <a:solidFill>
              <a:schemeClr val="bg1">
                <a:lumMod val="50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7113C9C-DD91-4536-9ACD-D0DFB6A671DF}"/>
                </a:ext>
              </a:extLst>
            </p:cNvPr>
            <p:cNvGrpSpPr/>
            <p:nvPr/>
          </p:nvGrpSpPr>
          <p:grpSpPr>
            <a:xfrm>
              <a:off x="1291206" y="1291905"/>
              <a:ext cx="4274190" cy="4274190"/>
              <a:chOff x="1291206" y="1291905"/>
              <a:chExt cx="4274190" cy="427419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F21CC5-F6BD-4A84-B317-DE9928A65307}"/>
                  </a:ext>
                </a:extLst>
              </p:cNvPr>
              <p:cNvSpPr/>
              <p:nvPr/>
            </p:nvSpPr>
            <p:spPr>
              <a:xfrm>
                <a:off x="1291206" y="1291905"/>
                <a:ext cx="4274190" cy="4274190"/>
              </a:xfrm>
              <a:prstGeom prst="ellipse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B669B44-B4D8-4ABD-897E-209405ED5CA4}"/>
                  </a:ext>
                </a:extLst>
              </p:cNvPr>
              <p:cNvCxnSpPr>
                <a:stCxn id="21" idx="0"/>
                <a:endCxn id="21" idx="4"/>
              </p:cNvCxnSpPr>
              <p:nvPr/>
            </p:nvCxnSpPr>
            <p:spPr>
              <a:xfrm>
                <a:off x="3428301" y="1291905"/>
                <a:ext cx="0" cy="427419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E688595-4F13-49A3-93EC-C10DFDC1F476}"/>
                  </a:ext>
                </a:extLst>
              </p:cNvPr>
              <p:cNvCxnSpPr>
                <a:stCxn id="21" idx="2"/>
                <a:endCxn id="21" idx="6"/>
              </p:cNvCxnSpPr>
              <p:nvPr/>
            </p:nvCxnSpPr>
            <p:spPr>
              <a:xfrm>
                <a:off x="1291206" y="3429000"/>
                <a:ext cx="427419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8072CE4-5460-430F-B895-185AB4724BA6}"/>
                  </a:ext>
                </a:extLst>
              </p:cNvPr>
              <p:cNvCxnSpPr>
                <a:endCxn id="21" idx="7"/>
              </p:cNvCxnSpPr>
              <p:nvPr/>
            </p:nvCxnSpPr>
            <p:spPr>
              <a:xfrm flipV="1">
                <a:off x="3428301" y="1917846"/>
                <a:ext cx="1511154" cy="15111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E980B2C-31A2-42E5-93AF-BDA408E6CB27}"/>
                  </a:ext>
                </a:extLst>
              </p:cNvPr>
              <p:cNvCxnSpPr/>
              <p:nvPr/>
            </p:nvCxnSpPr>
            <p:spPr>
              <a:xfrm>
                <a:off x="4379053" y="247475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9979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ight Triangle 75">
            <a:extLst>
              <a:ext uri="{FF2B5EF4-FFF2-40B4-BE49-F238E27FC236}">
                <a16:creationId xmlns:a16="http://schemas.microsoft.com/office/drawing/2014/main" id="{01B68D02-1380-4062-8E7F-A4C664DB73BC}"/>
              </a:ext>
            </a:extLst>
          </p:cNvPr>
          <p:cNvSpPr/>
          <p:nvPr/>
        </p:nvSpPr>
        <p:spPr>
          <a:xfrm rot="5400000">
            <a:off x="4610100" y="5210175"/>
            <a:ext cx="1562100" cy="14097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9BC2CD9-955C-413C-A23F-5597ED9E2F9D}"/>
              </a:ext>
            </a:extLst>
          </p:cNvPr>
          <p:cNvSpPr/>
          <p:nvPr/>
        </p:nvSpPr>
        <p:spPr>
          <a:xfrm>
            <a:off x="4200525" y="133350"/>
            <a:ext cx="1895475" cy="501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5" name="Parallelogram 74">
            <a:extLst>
              <a:ext uri="{FF2B5EF4-FFF2-40B4-BE49-F238E27FC236}">
                <a16:creationId xmlns:a16="http://schemas.microsoft.com/office/drawing/2014/main" id="{191BB6C6-F45C-4AA9-890B-E648E0F53825}"/>
              </a:ext>
            </a:extLst>
          </p:cNvPr>
          <p:cNvSpPr/>
          <p:nvPr/>
        </p:nvSpPr>
        <p:spPr>
          <a:xfrm>
            <a:off x="2771775" y="5133975"/>
            <a:ext cx="3324225" cy="1571625"/>
          </a:xfrm>
          <a:prstGeom prst="parallelogram">
            <a:avLst>
              <a:gd name="adj" fmla="val 91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E61460D-EA87-4378-A890-CFFD2AC02F4D}"/>
              </a:ext>
            </a:extLst>
          </p:cNvPr>
          <p:cNvSpPr/>
          <p:nvPr/>
        </p:nvSpPr>
        <p:spPr>
          <a:xfrm>
            <a:off x="5391151" y="1504948"/>
            <a:ext cx="3452812" cy="38766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FB8C8-58E5-422B-A663-582785E56D47}"/>
              </a:ext>
            </a:extLst>
          </p:cNvPr>
          <p:cNvSpPr/>
          <p:nvPr/>
        </p:nvSpPr>
        <p:spPr>
          <a:xfrm>
            <a:off x="2771775" y="1695450"/>
            <a:ext cx="1895475" cy="501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Boundary</a:t>
            </a:r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9D2216-B551-4331-A141-C924C5CD609A}"/>
              </a:ext>
            </a:extLst>
          </p:cNvPr>
          <p:cNvCxnSpPr/>
          <p:nvPr/>
        </p:nvCxnSpPr>
        <p:spPr>
          <a:xfrm>
            <a:off x="4181475" y="123825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C56409B-3C00-46F9-8761-2DA20C1A009F}"/>
              </a:ext>
            </a:extLst>
          </p:cNvPr>
          <p:cNvCxnSpPr/>
          <p:nvPr/>
        </p:nvCxnSpPr>
        <p:spPr>
          <a:xfrm flipH="1">
            <a:off x="4638675" y="133350"/>
            <a:ext cx="1457325" cy="1562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arallelogram 73">
            <a:extLst>
              <a:ext uri="{FF2B5EF4-FFF2-40B4-BE49-F238E27FC236}">
                <a16:creationId xmlns:a16="http://schemas.microsoft.com/office/drawing/2014/main" id="{B9893027-9C8A-4F61-A2C4-1A803E2E1ADE}"/>
              </a:ext>
            </a:extLst>
          </p:cNvPr>
          <p:cNvSpPr/>
          <p:nvPr/>
        </p:nvSpPr>
        <p:spPr>
          <a:xfrm>
            <a:off x="2771775" y="123825"/>
            <a:ext cx="3324225" cy="1571625"/>
          </a:xfrm>
          <a:prstGeom prst="parallelogram">
            <a:avLst>
              <a:gd name="adj" fmla="val 91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E55F884-BBF7-41FF-80A8-1CD44788AFAC}"/>
              </a:ext>
            </a:extLst>
          </p:cNvPr>
          <p:cNvCxnSpPr/>
          <p:nvPr/>
        </p:nvCxnSpPr>
        <p:spPr>
          <a:xfrm>
            <a:off x="4667250" y="1695450"/>
            <a:ext cx="1428750" cy="344805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C55F3F5-37DE-4A50-86CD-16B22DF38F7F}"/>
              </a:ext>
            </a:extLst>
          </p:cNvPr>
          <p:cNvCxnSpPr>
            <a:cxnSpLocks/>
          </p:cNvCxnSpPr>
          <p:nvPr/>
        </p:nvCxnSpPr>
        <p:spPr>
          <a:xfrm flipH="1">
            <a:off x="4667250" y="123825"/>
            <a:ext cx="1428751" cy="657225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88B5CD7-BC69-4A5F-B182-1352E14AC38F}"/>
              </a:ext>
            </a:extLst>
          </p:cNvPr>
          <p:cNvCxnSpPr/>
          <p:nvPr/>
        </p:nvCxnSpPr>
        <p:spPr>
          <a:xfrm>
            <a:off x="5362575" y="3429000"/>
            <a:ext cx="6438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1DE0EB3-F2F2-46FF-922B-1DF22D11AFF8}"/>
              </a:ext>
            </a:extLst>
          </p:cNvPr>
          <p:cNvGrpSpPr/>
          <p:nvPr/>
        </p:nvGrpSpPr>
        <p:grpSpPr>
          <a:xfrm>
            <a:off x="5381625" y="1504949"/>
            <a:ext cx="4664866" cy="3876671"/>
            <a:chOff x="5391149" y="1504949"/>
            <a:chExt cx="5124451" cy="3876671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F163BD4-AA1B-4361-9631-79D6AC55415E}"/>
                </a:ext>
              </a:extLst>
            </p:cNvPr>
            <p:cNvSpPr/>
            <p:nvPr/>
          </p:nvSpPr>
          <p:spPr>
            <a:xfrm>
              <a:off x="7386636" y="1504949"/>
              <a:ext cx="3128964" cy="387667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DF476ACF-B5A3-4F80-9221-69B4506151FA}"/>
                </a:ext>
              </a:extLst>
            </p:cNvPr>
            <p:cNvSpPr/>
            <p:nvPr/>
          </p:nvSpPr>
          <p:spPr>
            <a:xfrm>
              <a:off x="5391149" y="1504949"/>
              <a:ext cx="4010025" cy="3876671"/>
            </a:xfrm>
            <a:prstGeom prst="arc">
              <a:avLst>
                <a:gd name="adj1" fmla="val 5284043"/>
                <a:gd name="adj2" fmla="val 1625085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D968066-E957-48F0-973B-2C2DCCE6CE60}"/>
              </a:ext>
            </a:extLst>
          </p:cNvPr>
          <p:cNvCxnSpPr>
            <a:stCxn id="74" idx="2"/>
            <a:endCxn id="76" idx="5"/>
          </p:cNvCxnSpPr>
          <p:nvPr/>
        </p:nvCxnSpPr>
        <p:spPr>
          <a:xfrm>
            <a:off x="5375669" y="909638"/>
            <a:ext cx="15481" cy="5005387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5434850-5526-450E-94C5-7AD7059AD7BE}"/>
              </a:ext>
            </a:extLst>
          </p:cNvPr>
          <p:cNvCxnSpPr/>
          <p:nvPr/>
        </p:nvCxnSpPr>
        <p:spPr>
          <a:xfrm flipH="1">
            <a:off x="5362575" y="1504949"/>
            <a:ext cx="5248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A5AEC7D-0274-41B0-922D-2D0CF578D1C9}"/>
              </a:ext>
            </a:extLst>
          </p:cNvPr>
          <p:cNvCxnSpPr/>
          <p:nvPr/>
        </p:nvCxnSpPr>
        <p:spPr>
          <a:xfrm flipH="1">
            <a:off x="5276850" y="5381616"/>
            <a:ext cx="5248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8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640CCE-8133-4BD6-98AD-BD78F018526B}"/>
              </a:ext>
            </a:extLst>
          </p:cNvPr>
          <p:cNvGrpSpPr/>
          <p:nvPr/>
        </p:nvGrpSpPr>
        <p:grpSpPr>
          <a:xfrm rot="20467488">
            <a:off x="426246" y="-207275"/>
            <a:ext cx="3845711" cy="3876671"/>
            <a:chOff x="8235557" y="1504948"/>
            <a:chExt cx="3845711" cy="386567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76EF59-B7BA-4938-9A73-987552FF54B4}"/>
                </a:ext>
              </a:extLst>
            </p:cNvPr>
            <p:cNvSpPr/>
            <p:nvPr/>
          </p:nvSpPr>
          <p:spPr>
            <a:xfrm>
              <a:off x="8263228" y="1504948"/>
              <a:ext cx="3804671" cy="3865670"/>
            </a:xfrm>
            <a:prstGeom prst="ellips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1BCBB3B-E045-43BB-8289-95F3F5FFCA49}"/>
                </a:ext>
              </a:extLst>
            </p:cNvPr>
            <p:cNvCxnSpPr>
              <a:cxnSpLocks/>
              <a:stCxn id="5" idx="2"/>
              <a:endCxn id="8" idx="3"/>
            </p:cNvCxnSpPr>
            <p:nvPr/>
          </p:nvCxnSpPr>
          <p:spPr>
            <a:xfrm>
              <a:off x="8263228" y="3437783"/>
              <a:ext cx="3818040" cy="272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9DFF03A-2D52-4A39-BC96-B758A6869727}"/>
                </a:ext>
              </a:extLst>
            </p:cNvPr>
            <p:cNvGrpSpPr/>
            <p:nvPr/>
          </p:nvGrpSpPr>
          <p:grpSpPr>
            <a:xfrm>
              <a:off x="8235557" y="1505492"/>
              <a:ext cx="3845711" cy="3865126"/>
              <a:chOff x="8235557" y="1505492"/>
              <a:chExt cx="3845711" cy="386512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686416F-A746-4755-B045-0ADDCEB5C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35557" y="1505492"/>
                <a:ext cx="3845711" cy="3865126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8BD11C9-A124-45E0-9548-E40C068E77F5}"/>
                  </a:ext>
                </a:extLst>
              </p:cNvPr>
              <p:cNvCxnSpPr>
                <a:cxnSpLocks/>
                <a:stCxn id="8" idx="0"/>
                <a:endCxn id="8" idx="2"/>
              </p:cNvCxnSpPr>
              <p:nvPr/>
            </p:nvCxnSpPr>
            <p:spPr>
              <a:xfrm>
                <a:off x="10158413" y="1505492"/>
                <a:ext cx="0" cy="3865126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E0DFA03A-7FA6-4D6F-B19F-62B9767F03F7}"/>
                  </a:ext>
                </a:extLst>
              </p:cNvPr>
              <p:cNvCxnSpPr>
                <a:cxnSpLocks/>
                <a:endCxn id="5" idx="7"/>
              </p:cNvCxnSpPr>
              <p:nvPr/>
            </p:nvCxnSpPr>
            <p:spPr>
              <a:xfrm flipV="1">
                <a:off x="10161826" y="2071063"/>
                <a:ext cx="1348892" cy="136672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13AE80-46C3-45BA-BDCB-9BEA24098A29}"/>
              </a:ext>
            </a:extLst>
          </p:cNvPr>
          <p:cNvGrpSpPr/>
          <p:nvPr/>
        </p:nvGrpSpPr>
        <p:grpSpPr>
          <a:xfrm rot="20467488">
            <a:off x="7873053" y="3248666"/>
            <a:ext cx="3845711" cy="1027638"/>
            <a:chOff x="8235557" y="1504948"/>
            <a:chExt cx="3845711" cy="386567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90339E7-42EA-4473-8D72-F230C332CD0F}"/>
                </a:ext>
              </a:extLst>
            </p:cNvPr>
            <p:cNvSpPr/>
            <p:nvPr/>
          </p:nvSpPr>
          <p:spPr>
            <a:xfrm>
              <a:off x="8263228" y="1504948"/>
              <a:ext cx="3804671" cy="3865670"/>
            </a:xfrm>
            <a:prstGeom prst="ellips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C760F8-B686-4093-ABCF-C8EB13D27E76}"/>
                </a:ext>
              </a:extLst>
            </p:cNvPr>
            <p:cNvCxnSpPr>
              <a:cxnSpLocks/>
              <a:stCxn id="12" idx="2"/>
              <a:endCxn id="15" idx="3"/>
            </p:cNvCxnSpPr>
            <p:nvPr/>
          </p:nvCxnSpPr>
          <p:spPr>
            <a:xfrm>
              <a:off x="8263228" y="3437783"/>
              <a:ext cx="3818040" cy="272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94F4BB3-3EF9-4800-A94D-BB7BA2BCD1D3}"/>
                </a:ext>
              </a:extLst>
            </p:cNvPr>
            <p:cNvGrpSpPr/>
            <p:nvPr/>
          </p:nvGrpSpPr>
          <p:grpSpPr>
            <a:xfrm>
              <a:off x="8235557" y="1505492"/>
              <a:ext cx="3845711" cy="3865126"/>
              <a:chOff x="8235557" y="1505492"/>
              <a:chExt cx="3845711" cy="3865126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1317484-EB2F-4CBD-A773-7E6AF422A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35557" y="1505492"/>
                <a:ext cx="3845711" cy="3865126"/>
              </a:xfrm>
              <a:prstGeom prst="rect">
                <a:avLst/>
              </a:prstGeom>
            </p:spPr>
          </p:pic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FD02530-C483-4848-93E3-FB2CADF345F7}"/>
                  </a:ext>
                </a:extLst>
              </p:cNvPr>
              <p:cNvCxnSpPr>
                <a:cxnSpLocks/>
                <a:stCxn id="15" idx="0"/>
                <a:endCxn id="15" idx="2"/>
              </p:cNvCxnSpPr>
              <p:nvPr/>
            </p:nvCxnSpPr>
            <p:spPr>
              <a:xfrm>
                <a:off x="10158413" y="1505492"/>
                <a:ext cx="0" cy="3865126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EE9A81E-9F90-4351-A938-326B8F638040}"/>
                  </a:ext>
                </a:extLst>
              </p:cNvPr>
              <p:cNvCxnSpPr>
                <a:cxnSpLocks/>
                <a:endCxn id="12" idx="7"/>
              </p:cNvCxnSpPr>
              <p:nvPr/>
            </p:nvCxnSpPr>
            <p:spPr>
              <a:xfrm flipV="1">
                <a:off x="10161826" y="2071063"/>
                <a:ext cx="1348892" cy="136672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41B79AB6-7C38-4C4E-8D91-AB15CB72B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7" y="4017752"/>
            <a:ext cx="4919898" cy="93252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09F8B7D-38EB-466F-A9DD-1CCF496CB640}"/>
              </a:ext>
            </a:extLst>
          </p:cNvPr>
          <p:cNvGrpSpPr/>
          <p:nvPr/>
        </p:nvGrpSpPr>
        <p:grpSpPr>
          <a:xfrm>
            <a:off x="4795623" y="5067427"/>
            <a:ext cx="3845711" cy="1467681"/>
            <a:chOff x="8235557" y="1504948"/>
            <a:chExt cx="3845711" cy="386567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BEBAF1A-8F81-45AE-B39B-CA03812EC302}"/>
                </a:ext>
              </a:extLst>
            </p:cNvPr>
            <p:cNvSpPr/>
            <p:nvPr/>
          </p:nvSpPr>
          <p:spPr>
            <a:xfrm>
              <a:off x="8263228" y="1504948"/>
              <a:ext cx="3804671" cy="3865670"/>
            </a:xfrm>
            <a:prstGeom prst="ellips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4B640E0-2962-40E1-8F22-EC2C4081834A}"/>
                </a:ext>
              </a:extLst>
            </p:cNvPr>
            <p:cNvCxnSpPr>
              <a:cxnSpLocks/>
              <a:stCxn id="34" idx="2"/>
              <a:endCxn id="37" idx="3"/>
            </p:cNvCxnSpPr>
            <p:nvPr/>
          </p:nvCxnSpPr>
          <p:spPr>
            <a:xfrm>
              <a:off x="8263228" y="3437783"/>
              <a:ext cx="3818040" cy="272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FB206AE-EC82-4395-9950-83206B0D83E3}"/>
                </a:ext>
              </a:extLst>
            </p:cNvPr>
            <p:cNvGrpSpPr/>
            <p:nvPr/>
          </p:nvGrpSpPr>
          <p:grpSpPr>
            <a:xfrm>
              <a:off x="8235557" y="1505492"/>
              <a:ext cx="3845711" cy="3865126"/>
              <a:chOff x="8235557" y="1505492"/>
              <a:chExt cx="3845711" cy="3865126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68CA89C3-BAF2-48A9-95A7-C65CB0470D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35557" y="1505492"/>
                <a:ext cx="3845711" cy="3865126"/>
              </a:xfrm>
              <a:prstGeom prst="rect">
                <a:avLst/>
              </a:prstGeom>
            </p:spPr>
          </p:pic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121E4A-9941-408E-A4FB-1A4FE49762B7}"/>
                  </a:ext>
                </a:extLst>
              </p:cNvPr>
              <p:cNvCxnSpPr>
                <a:cxnSpLocks/>
                <a:stCxn id="37" idx="0"/>
                <a:endCxn id="37" idx="2"/>
              </p:cNvCxnSpPr>
              <p:nvPr/>
            </p:nvCxnSpPr>
            <p:spPr>
              <a:xfrm>
                <a:off x="10158413" y="1505492"/>
                <a:ext cx="0" cy="3865126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F347BEA-15A0-42F7-A7E9-5A1E610E62D3}"/>
                  </a:ext>
                </a:extLst>
              </p:cNvPr>
              <p:cNvCxnSpPr>
                <a:cxnSpLocks/>
                <a:endCxn id="37" idx="3"/>
              </p:cNvCxnSpPr>
              <p:nvPr/>
            </p:nvCxnSpPr>
            <p:spPr>
              <a:xfrm>
                <a:off x="10161826" y="3437783"/>
                <a:ext cx="1919442" cy="27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5C71BE9-BC26-4793-B323-3D25218B1F42}"/>
              </a:ext>
            </a:extLst>
          </p:cNvPr>
          <p:cNvSpPr txBox="1"/>
          <p:nvPr/>
        </p:nvSpPr>
        <p:spPr>
          <a:xfrm>
            <a:off x="4682169" y="1399142"/>
            <a:ext cx="209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Original - Free space</a:t>
            </a:r>
            <a:endParaRPr lang="en-A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8AFE09-BD76-400C-AC73-F6A50DBD6B2F}"/>
              </a:ext>
            </a:extLst>
          </p:cNvPr>
          <p:cNvSpPr txBox="1"/>
          <p:nvPr/>
        </p:nvSpPr>
        <p:spPr>
          <a:xfrm>
            <a:off x="8174516" y="2981216"/>
            <a:ext cx="153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 axis reduced</a:t>
            </a:r>
            <a:endParaRPr lang="en-A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499E00-057E-467D-9990-49A66DEC0807}"/>
              </a:ext>
            </a:extLst>
          </p:cNvPr>
          <p:cNvSpPr txBox="1"/>
          <p:nvPr/>
        </p:nvSpPr>
        <p:spPr>
          <a:xfrm>
            <a:off x="959983" y="5029417"/>
            <a:ext cx="15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 axis reduced</a:t>
            </a:r>
            <a:endParaRPr lang="en-A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39B218-ACA3-4BA7-A935-03BEB75C1E41}"/>
              </a:ext>
            </a:extLst>
          </p:cNvPr>
          <p:cNvSpPr txBox="1"/>
          <p:nvPr/>
        </p:nvSpPr>
        <p:spPr>
          <a:xfrm>
            <a:off x="9033831" y="5801267"/>
            <a:ext cx="3136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Ring rotated and vector rotated</a:t>
            </a:r>
            <a:br>
              <a:rPr lang="en-GB" dirty="0"/>
            </a:br>
            <a:r>
              <a:rPr lang="en-GB" dirty="0"/>
              <a:t>B=Y,  reduced.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123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ight Triangle 75">
            <a:extLst>
              <a:ext uri="{FF2B5EF4-FFF2-40B4-BE49-F238E27FC236}">
                <a16:creationId xmlns:a16="http://schemas.microsoft.com/office/drawing/2014/main" id="{01B68D02-1380-4062-8E7F-A4C664DB73BC}"/>
              </a:ext>
            </a:extLst>
          </p:cNvPr>
          <p:cNvSpPr/>
          <p:nvPr/>
        </p:nvSpPr>
        <p:spPr>
          <a:xfrm rot="5400000">
            <a:off x="4610100" y="5210175"/>
            <a:ext cx="1562100" cy="14097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9BC2CD9-955C-413C-A23F-5597ED9E2F9D}"/>
              </a:ext>
            </a:extLst>
          </p:cNvPr>
          <p:cNvSpPr/>
          <p:nvPr/>
        </p:nvSpPr>
        <p:spPr>
          <a:xfrm>
            <a:off x="4200525" y="133350"/>
            <a:ext cx="1895475" cy="501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5" name="Parallelogram 74">
            <a:extLst>
              <a:ext uri="{FF2B5EF4-FFF2-40B4-BE49-F238E27FC236}">
                <a16:creationId xmlns:a16="http://schemas.microsoft.com/office/drawing/2014/main" id="{191BB6C6-F45C-4AA9-890B-E648E0F53825}"/>
              </a:ext>
            </a:extLst>
          </p:cNvPr>
          <p:cNvSpPr/>
          <p:nvPr/>
        </p:nvSpPr>
        <p:spPr>
          <a:xfrm>
            <a:off x="2771775" y="5133975"/>
            <a:ext cx="3324225" cy="1571625"/>
          </a:xfrm>
          <a:prstGeom prst="parallelogram">
            <a:avLst>
              <a:gd name="adj" fmla="val 91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E61460D-EA87-4378-A890-CFFD2AC02F4D}"/>
              </a:ext>
            </a:extLst>
          </p:cNvPr>
          <p:cNvSpPr/>
          <p:nvPr/>
        </p:nvSpPr>
        <p:spPr>
          <a:xfrm>
            <a:off x="5391151" y="1493947"/>
            <a:ext cx="3452812" cy="38876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FB8C8-58E5-422B-A663-582785E56D47}"/>
              </a:ext>
            </a:extLst>
          </p:cNvPr>
          <p:cNvSpPr/>
          <p:nvPr/>
        </p:nvSpPr>
        <p:spPr>
          <a:xfrm>
            <a:off x="2771775" y="1695450"/>
            <a:ext cx="1895475" cy="501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Boundary</a:t>
            </a:r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9D2216-B551-4331-A141-C924C5CD609A}"/>
              </a:ext>
            </a:extLst>
          </p:cNvPr>
          <p:cNvCxnSpPr/>
          <p:nvPr/>
        </p:nvCxnSpPr>
        <p:spPr>
          <a:xfrm>
            <a:off x="4181475" y="123825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C56409B-3C00-46F9-8761-2DA20C1A009F}"/>
              </a:ext>
            </a:extLst>
          </p:cNvPr>
          <p:cNvCxnSpPr/>
          <p:nvPr/>
        </p:nvCxnSpPr>
        <p:spPr>
          <a:xfrm flipH="1">
            <a:off x="4638675" y="133350"/>
            <a:ext cx="1457325" cy="1562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arallelogram 73">
            <a:extLst>
              <a:ext uri="{FF2B5EF4-FFF2-40B4-BE49-F238E27FC236}">
                <a16:creationId xmlns:a16="http://schemas.microsoft.com/office/drawing/2014/main" id="{B9893027-9C8A-4F61-A2C4-1A803E2E1ADE}"/>
              </a:ext>
            </a:extLst>
          </p:cNvPr>
          <p:cNvSpPr/>
          <p:nvPr/>
        </p:nvSpPr>
        <p:spPr>
          <a:xfrm>
            <a:off x="2771775" y="123825"/>
            <a:ext cx="3324225" cy="1571625"/>
          </a:xfrm>
          <a:prstGeom prst="parallelogram">
            <a:avLst>
              <a:gd name="adj" fmla="val 91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E55F884-BBF7-41FF-80A8-1CD44788AFAC}"/>
              </a:ext>
            </a:extLst>
          </p:cNvPr>
          <p:cNvCxnSpPr/>
          <p:nvPr/>
        </p:nvCxnSpPr>
        <p:spPr>
          <a:xfrm>
            <a:off x="4667250" y="1695450"/>
            <a:ext cx="1428750" cy="344805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C55F3F5-37DE-4A50-86CD-16B22DF38F7F}"/>
              </a:ext>
            </a:extLst>
          </p:cNvPr>
          <p:cNvCxnSpPr>
            <a:cxnSpLocks/>
          </p:cNvCxnSpPr>
          <p:nvPr/>
        </p:nvCxnSpPr>
        <p:spPr>
          <a:xfrm flipH="1">
            <a:off x="4667250" y="123825"/>
            <a:ext cx="1428751" cy="657225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88B5CD7-BC69-4A5F-B182-1352E14AC38F}"/>
              </a:ext>
            </a:extLst>
          </p:cNvPr>
          <p:cNvCxnSpPr/>
          <p:nvPr/>
        </p:nvCxnSpPr>
        <p:spPr>
          <a:xfrm>
            <a:off x="5362575" y="3429000"/>
            <a:ext cx="6438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1DE0EB3-F2F2-46FF-922B-1DF22D11AFF8}"/>
              </a:ext>
            </a:extLst>
          </p:cNvPr>
          <p:cNvGrpSpPr/>
          <p:nvPr/>
        </p:nvGrpSpPr>
        <p:grpSpPr>
          <a:xfrm>
            <a:off x="5381625" y="1486661"/>
            <a:ext cx="6810374" cy="3894959"/>
            <a:chOff x="5391149" y="1504949"/>
            <a:chExt cx="7481336" cy="387667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F163BD4-AA1B-4361-9631-79D6AC55415E}"/>
                </a:ext>
              </a:extLst>
            </p:cNvPr>
            <p:cNvSpPr/>
            <p:nvPr/>
          </p:nvSpPr>
          <p:spPr>
            <a:xfrm>
              <a:off x="7386635" y="1504949"/>
              <a:ext cx="5485850" cy="38766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DF476ACF-B5A3-4F80-9221-69B4506151FA}"/>
                </a:ext>
              </a:extLst>
            </p:cNvPr>
            <p:cNvSpPr/>
            <p:nvPr/>
          </p:nvSpPr>
          <p:spPr>
            <a:xfrm>
              <a:off x="5391149" y="1504949"/>
              <a:ext cx="4010025" cy="3876671"/>
            </a:xfrm>
            <a:prstGeom prst="arc">
              <a:avLst>
                <a:gd name="adj1" fmla="val 5284043"/>
                <a:gd name="adj2" fmla="val 16202117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D968066-E957-48F0-973B-2C2DCCE6CE60}"/>
              </a:ext>
            </a:extLst>
          </p:cNvPr>
          <p:cNvCxnSpPr>
            <a:stCxn id="74" idx="2"/>
            <a:endCxn id="76" idx="5"/>
          </p:cNvCxnSpPr>
          <p:nvPr/>
        </p:nvCxnSpPr>
        <p:spPr>
          <a:xfrm>
            <a:off x="5375669" y="909638"/>
            <a:ext cx="15481" cy="5005387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5434850-5526-450E-94C5-7AD7059AD7BE}"/>
              </a:ext>
            </a:extLst>
          </p:cNvPr>
          <p:cNvCxnSpPr/>
          <p:nvPr/>
        </p:nvCxnSpPr>
        <p:spPr>
          <a:xfrm flipH="1">
            <a:off x="5362575" y="1486661"/>
            <a:ext cx="5248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A5AEC7D-0274-41B0-922D-2D0CF578D1C9}"/>
              </a:ext>
            </a:extLst>
          </p:cNvPr>
          <p:cNvCxnSpPr/>
          <p:nvPr/>
        </p:nvCxnSpPr>
        <p:spPr>
          <a:xfrm flipH="1">
            <a:off x="5276850" y="5381616"/>
            <a:ext cx="5248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B2AC21-9124-4FAD-BF0A-9D96AF40F498}"/>
              </a:ext>
            </a:extLst>
          </p:cNvPr>
          <p:cNvGrpSpPr/>
          <p:nvPr/>
        </p:nvGrpSpPr>
        <p:grpSpPr>
          <a:xfrm rot="20467488">
            <a:off x="8235557" y="1493947"/>
            <a:ext cx="3845711" cy="3876671"/>
            <a:chOff x="8235557" y="1504948"/>
            <a:chExt cx="3845711" cy="386567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9C2052D-39A1-4569-BDDE-B46AD805F31D}"/>
                </a:ext>
              </a:extLst>
            </p:cNvPr>
            <p:cNvSpPr/>
            <p:nvPr/>
          </p:nvSpPr>
          <p:spPr>
            <a:xfrm>
              <a:off x="8263228" y="1504948"/>
              <a:ext cx="3804671" cy="3865670"/>
            </a:xfrm>
            <a:prstGeom prst="ellips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07015D-A4D8-4BAA-9EC2-61B0958757EB}"/>
                </a:ext>
              </a:extLst>
            </p:cNvPr>
            <p:cNvCxnSpPr>
              <a:cxnSpLocks/>
              <a:stCxn id="25" idx="2"/>
              <a:endCxn id="24" idx="3"/>
            </p:cNvCxnSpPr>
            <p:nvPr/>
          </p:nvCxnSpPr>
          <p:spPr>
            <a:xfrm>
              <a:off x="8263228" y="3437783"/>
              <a:ext cx="3818040" cy="272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533A81F-FF15-4DF5-A1B1-BE6940B58B6A}"/>
                </a:ext>
              </a:extLst>
            </p:cNvPr>
            <p:cNvGrpSpPr/>
            <p:nvPr/>
          </p:nvGrpSpPr>
          <p:grpSpPr>
            <a:xfrm>
              <a:off x="8235557" y="1505492"/>
              <a:ext cx="3845711" cy="3865126"/>
              <a:chOff x="8235557" y="1505492"/>
              <a:chExt cx="3845711" cy="3865126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A2ABCCBD-3952-4123-A3E8-91A5ADB90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35557" y="1505492"/>
                <a:ext cx="3845711" cy="3865126"/>
              </a:xfrm>
              <a:prstGeom prst="rect">
                <a:avLst/>
              </a:prstGeom>
            </p:spPr>
          </p:pic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A87B93C-93B7-492D-A84B-8DC170F22939}"/>
                  </a:ext>
                </a:extLst>
              </p:cNvPr>
              <p:cNvCxnSpPr>
                <a:cxnSpLocks/>
                <a:stCxn id="24" idx="0"/>
                <a:endCxn id="24" idx="2"/>
              </p:cNvCxnSpPr>
              <p:nvPr/>
            </p:nvCxnSpPr>
            <p:spPr>
              <a:xfrm>
                <a:off x="10158413" y="1505492"/>
                <a:ext cx="0" cy="3865126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ABE6A27-748D-472C-A63B-9116E5266B37}"/>
                  </a:ext>
                </a:extLst>
              </p:cNvPr>
              <p:cNvCxnSpPr>
                <a:cxnSpLocks/>
                <a:endCxn id="25" idx="7"/>
              </p:cNvCxnSpPr>
              <p:nvPr/>
            </p:nvCxnSpPr>
            <p:spPr>
              <a:xfrm flipV="1">
                <a:off x="10161826" y="2071063"/>
                <a:ext cx="1348892" cy="136672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3053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A54C5E43-D85B-4265-8DBC-6D170C7EAB7A}"/>
              </a:ext>
            </a:extLst>
          </p:cNvPr>
          <p:cNvSpPr/>
          <p:nvPr/>
        </p:nvSpPr>
        <p:spPr>
          <a:xfrm>
            <a:off x="3316077" y="782198"/>
            <a:ext cx="2247441" cy="2646802"/>
          </a:xfrm>
          <a:prstGeom prst="arc">
            <a:avLst>
              <a:gd name="adj1" fmla="val 109156"/>
              <a:gd name="adj2" fmla="val 55533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5A24D954-43C4-429B-8C47-6C5DD3DF494C}"/>
              </a:ext>
            </a:extLst>
          </p:cNvPr>
          <p:cNvSpPr/>
          <p:nvPr/>
        </p:nvSpPr>
        <p:spPr>
          <a:xfrm flipV="1">
            <a:off x="3316077" y="3516217"/>
            <a:ext cx="2247441" cy="2646802"/>
          </a:xfrm>
          <a:prstGeom prst="arc">
            <a:avLst>
              <a:gd name="adj1" fmla="val 109156"/>
              <a:gd name="adj2" fmla="val 55533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77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62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 Lawn</dc:creator>
  <cp:lastModifiedBy>Don Lawn</cp:lastModifiedBy>
  <cp:revision>36</cp:revision>
  <dcterms:created xsi:type="dcterms:W3CDTF">2026-05-04T14:30:05Z</dcterms:created>
  <dcterms:modified xsi:type="dcterms:W3CDTF">2026-05-07T16:05:15Z</dcterms:modified>
</cp:coreProperties>
</file>