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71" r:id="rId4"/>
    <p:sldId id="274" r:id="rId5"/>
    <p:sldId id="276" r:id="rId6"/>
    <p:sldId id="277" r:id="rId7"/>
    <p:sldId id="278" r:id="rId8"/>
    <p:sldId id="279" r:id="rId9"/>
    <p:sldId id="281" r:id="rId10"/>
    <p:sldId id="283" r:id="rId11"/>
    <p:sldId id="284" r:id="rId12"/>
    <p:sldId id="285" r:id="rId13"/>
    <p:sldId id="286" r:id="rId14"/>
    <p:sldId id="280" r:id="rId15"/>
    <p:sldId id="272" r:id="rId16"/>
    <p:sldId id="273" r:id="rId17"/>
    <p:sldId id="268" r:id="rId18"/>
    <p:sldId id="269" r:id="rId19"/>
    <p:sldId id="257" r:id="rId20"/>
    <p:sldId id="258" r:id="rId21"/>
    <p:sldId id="262" r:id="rId22"/>
    <p:sldId id="260" r:id="rId23"/>
    <p:sldId id="263" r:id="rId24"/>
    <p:sldId id="259" r:id="rId25"/>
    <p:sldId id="261" r:id="rId26"/>
    <p:sldId id="264" r:id="rId27"/>
    <p:sldId id="266" r:id="rId28"/>
    <p:sldId id="265" r:id="rId29"/>
    <p:sldId id="267" r:id="rId30"/>
    <p:sldId id="288" r:id="rId31"/>
    <p:sldId id="289" r:id="rId32"/>
    <p:sldId id="290" r:id="rId33"/>
    <p:sldId id="291" r:id="rId34"/>
    <p:sldId id="292" r:id="rId35"/>
    <p:sldId id="29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8EB06D-32E1-41F3-9B09-74FD502131E5}">
          <p14:sldIdLst>
            <p14:sldId id="256"/>
            <p14:sldId id="270"/>
            <p14:sldId id="271"/>
            <p14:sldId id="274"/>
            <p14:sldId id="276"/>
            <p14:sldId id="277"/>
            <p14:sldId id="278"/>
            <p14:sldId id="279"/>
            <p14:sldId id="281"/>
            <p14:sldId id="283"/>
            <p14:sldId id="284"/>
            <p14:sldId id="285"/>
            <p14:sldId id="286"/>
            <p14:sldId id="280"/>
            <p14:sldId id="272"/>
            <p14:sldId id="273"/>
            <p14:sldId id="268"/>
            <p14:sldId id="269"/>
            <p14:sldId id="257"/>
            <p14:sldId id="258"/>
            <p14:sldId id="262"/>
            <p14:sldId id="260"/>
            <p14:sldId id="263"/>
            <p14:sldId id="259"/>
          </p14:sldIdLst>
        </p14:section>
        <p14:section name="Untitled Section" id="{0B9D1BE6-21CF-4FEF-873C-406ECA3C852E}">
          <p14:sldIdLst>
            <p14:sldId id="261"/>
            <p14:sldId id="264"/>
            <p14:sldId id="266"/>
            <p14:sldId id="265"/>
            <p14:sldId id="26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2F9C"/>
    <a:srgbClr val="DCC5ED"/>
    <a:srgbClr val="C9C3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6374" autoAdjust="0"/>
  </p:normalViewPr>
  <p:slideViewPr>
    <p:cSldViewPr snapToGrid="0" showGuides="1">
      <p:cViewPr varScale="1">
        <p:scale>
          <a:sx n="88" d="100"/>
          <a:sy n="88" d="100"/>
        </p:scale>
        <p:origin x="108" y="570"/>
      </p:cViewPr>
      <p:guideLst>
        <p:guide orient="horz" pos="2160"/>
        <p:guide pos="31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9DCC7-BEAC-4EE8-858F-E04AAF27CE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C69290-29D0-457B-B044-879445AB87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F5847-9D66-4953-A26F-8C5685F2E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AF9F5-B9CE-4753-8BC3-F70FAAE8C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7ECF2-50BF-4201-B487-ED3654B1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811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CCB8E-3011-4DE3-8B6F-57F8387E0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7152C-4136-4BE3-B937-BB6B7D215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E4C89-F61A-496C-87AD-EA97929D6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EB741-7B4F-4200-A841-303ECB0AA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EA205-581C-4FF6-901C-00EA228DE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7563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8454-764A-4324-9C86-40DFE4622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C3347-1D7E-4B0B-A307-0E9039968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AB838-B898-4948-80FE-993BE6AFA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47F00-CD0F-41C1-A6C0-948D79F9A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783B8-14F9-48E3-8B89-7230C3332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8493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B7C95-DBE3-4B96-83A9-5592C8E9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4C0EA-0F04-47FE-ADC3-999CD077A0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03A04-F562-47E4-9139-C7B06768B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0926F-AF44-4A6A-BBAC-BAAACFD1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66194-BD25-40D2-A742-990661C3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2AAD5-194C-4C3F-9BB6-98A3589F6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9092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6D7F5-0379-442D-8400-228343B28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0A3C2-60B8-4022-AB42-7978AB0AD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E83A2F-4DBB-4B5E-9B13-B055C1F6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DE1E6-E821-4605-9CE6-72A2721C17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98985F-BF82-44C4-826A-D6B06571AC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E6AF9A-17FE-438A-8E7E-C2583883E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CC14F6-7B44-4798-A5C4-06EAE7CE8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43E7B5-BF41-4A9F-B902-8EE0AFA53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3728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8B455-E18A-4FE9-BAAF-38EF9286B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7830A8-34E6-4102-AE17-879080CFC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5EB0D1-762E-4576-A4C1-CC5467FA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573D4-E620-4E0D-B513-406018C8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8607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0D8B0-6771-40F5-89D4-EBACAEDA2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22242D-54FD-4E2C-9DF9-8309C4F1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D05E1-F6B0-499C-AE2A-1A57D820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953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05FF8-E475-4952-AE1B-83E355454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FD929-A15F-4338-99F1-D8171D010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CF702-A9C2-4F1C-A552-342136421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795AA9-2C59-458A-AE61-B5AB5051C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73DF8E-1286-4561-9056-CF60D18EE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0E3AB-42E4-4F39-8BD9-4C8B8C84B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107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E67B5-B035-4A4A-949F-595B26948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81A97A-70E0-4C11-9667-B05EF0043D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D7B285-109D-4299-9138-2FF887B45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E4433F-B2E5-4868-B6FE-3A56D34CA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18D99E-14C1-4746-9EC0-701B8602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4DFF5-EA74-41FE-808E-BFDD076BC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043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5BD0C-1994-403A-B014-F93B39BD9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EC475D-0F35-4DB5-987B-B8564CC914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9480E-A513-4F2C-8463-37E330E64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B5988-EBBF-402C-B2A9-016401C96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5FBD2-5527-4CA0-9FAF-9B486CDC4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869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187E2F-C318-4156-B5C8-87D0DD8813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22A8F0-6B3C-40E6-85F4-E4AF497557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1AD22-7F70-4E02-BFA3-6EE928D94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4C22A-8BA7-466B-9587-FCEDB9B7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8EDFE-B548-499E-8898-B446F828A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8160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4A21DC-8981-4290-ADDF-49CEB40DB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C001D-9926-49F3-A830-A7F3AF714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5B225-C08B-4020-AC4F-F97BEEA657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3195BA-A24A-42A8-94D4-15E9273B559F}" type="datetimeFigureOut">
              <a:rPr lang="en-AU" smtClean="0"/>
              <a:t>16/06/2026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B8548-7373-4C4D-A961-DEFDBBFAA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0CFA4-9068-4D89-AD31-EE752CDAB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686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1A54309-7C19-42C3-ABA0-9D54F04AA2B4}"/>
              </a:ext>
            </a:extLst>
          </p:cNvPr>
          <p:cNvGrpSpPr/>
          <p:nvPr/>
        </p:nvGrpSpPr>
        <p:grpSpPr>
          <a:xfrm>
            <a:off x="3573710" y="161908"/>
            <a:ext cx="5817934" cy="5861382"/>
            <a:chOff x="3573710" y="161908"/>
            <a:chExt cx="5817934" cy="5861382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2B5FDAF-ACD4-4439-A513-26409AFBC300}"/>
                </a:ext>
              </a:extLst>
            </p:cNvPr>
            <p:cNvGrpSpPr/>
            <p:nvPr/>
          </p:nvGrpSpPr>
          <p:grpSpPr>
            <a:xfrm>
              <a:off x="3573710" y="248748"/>
              <a:ext cx="5716745" cy="5774542"/>
              <a:chOff x="3573710" y="248748"/>
              <a:chExt cx="5716745" cy="5774542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77CA17E2-C3F2-4B7B-B6E0-78F5730AD398}"/>
                  </a:ext>
                </a:extLst>
              </p:cNvPr>
              <p:cNvGrpSpPr/>
              <p:nvPr/>
            </p:nvGrpSpPr>
            <p:grpSpPr>
              <a:xfrm>
                <a:off x="3573710" y="248748"/>
                <a:ext cx="5716745" cy="5774542"/>
                <a:chOff x="3573710" y="248748"/>
                <a:chExt cx="5716745" cy="5774542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1955BAE0-D53F-4678-B924-2AA5035F0770}"/>
                    </a:ext>
                  </a:extLst>
                </p:cNvPr>
                <p:cNvGrpSpPr/>
                <p:nvPr/>
              </p:nvGrpSpPr>
              <p:grpSpPr>
                <a:xfrm>
                  <a:off x="3573710" y="248748"/>
                  <a:ext cx="5716745" cy="5774542"/>
                  <a:chOff x="3573710" y="248748"/>
                  <a:chExt cx="5716745" cy="5774542"/>
                </a:xfrm>
              </p:grpSpPr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4C81C8A3-39D7-4124-839C-EDF85C70C126}"/>
                      </a:ext>
                    </a:extLst>
                  </p:cNvPr>
                  <p:cNvGrpSpPr/>
                  <p:nvPr/>
                </p:nvGrpSpPr>
                <p:grpSpPr>
                  <a:xfrm>
                    <a:off x="3573710" y="553673"/>
                    <a:ext cx="5414744" cy="5469617"/>
                    <a:chOff x="3573710" y="553673"/>
                    <a:chExt cx="5414744" cy="5469617"/>
                  </a:xfrm>
                </p:grpSpPr>
                <p:grpSp>
                  <p:nvGrpSpPr>
                    <p:cNvPr id="20" name="Group 19">
                      <a:extLst>
                        <a:ext uri="{FF2B5EF4-FFF2-40B4-BE49-F238E27FC236}">
                          <a16:creationId xmlns:a16="http://schemas.microsoft.com/office/drawing/2014/main" id="{77073334-89E2-450C-A691-B22B2399AF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73710" y="553673"/>
                      <a:ext cx="5414744" cy="5469617"/>
                      <a:chOff x="3573710" y="553673"/>
                      <a:chExt cx="5414744" cy="5469617"/>
                    </a:xfrm>
                  </p:grpSpPr>
                  <p:grpSp>
                    <p:nvGrpSpPr>
                      <p:cNvPr id="11" name="Group 10">
                        <a:extLst>
                          <a:ext uri="{FF2B5EF4-FFF2-40B4-BE49-F238E27FC236}">
                            <a16:creationId xmlns:a16="http://schemas.microsoft.com/office/drawing/2014/main" id="{0ACB2228-17AA-4BE4-A8F9-29F398F184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573710" y="553673"/>
                        <a:ext cx="5414744" cy="5469617"/>
                        <a:chOff x="3573710" y="553673"/>
                        <a:chExt cx="5414744" cy="5469617"/>
                      </a:xfrm>
                    </p:grpSpPr>
                    <p:cxnSp>
                      <p:nvCxnSpPr>
                        <p:cNvPr id="5" name="Straight Arrow Connector 4">
                          <a:extLst>
                            <a:ext uri="{FF2B5EF4-FFF2-40B4-BE49-F238E27FC236}">
                              <a16:creationId xmlns:a16="http://schemas.microsoft.com/office/drawing/2014/main" id="{FE973B01-D7A4-49C9-AE68-EF4563F934A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096000" y="553673"/>
                          <a:ext cx="0" cy="3276118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headEnd type="arrow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" name="Straight Arrow Connector 6">
                          <a:extLst>
                            <a:ext uri="{FF2B5EF4-FFF2-40B4-BE49-F238E27FC236}">
                              <a16:creationId xmlns:a16="http://schemas.microsoft.com/office/drawing/2014/main" id="{7E64A458-4CD0-4635-B13B-FCE2DB2F0838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58025" y="3433665"/>
                          <a:ext cx="3330429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bg1">
                              <a:lumMod val="50000"/>
                            </a:schemeClr>
                          </a:solidFill>
                          <a:headEnd type="arrow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0" name="Arc 9">
                          <a:extLst>
                            <a:ext uri="{FF2B5EF4-FFF2-40B4-BE49-F238E27FC236}">
                              <a16:creationId xmlns:a16="http://schemas.microsoft.com/office/drawing/2014/main" id="{627EC3D2-3F22-4210-93C7-EBB880B735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573710" y="813732"/>
                          <a:ext cx="5041781" cy="5209558"/>
                        </a:xfrm>
                        <a:prstGeom prst="arc">
                          <a:avLst>
                            <a:gd name="adj1" fmla="val 16256644"/>
                            <a:gd name="adj2" fmla="val 11832"/>
                          </a:avLst>
                        </a:prstGeom>
                        <a:ln w="1905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AU" dirty="0"/>
                        </a:p>
                      </p:txBody>
                    </p:sp>
                  </p:grpSp>
                  <p:sp>
                    <p:nvSpPr>
                      <p:cNvPr id="19" name="Oval 18">
                        <a:extLst>
                          <a:ext uri="{FF2B5EF4-FFF2-40B4-BE49-F238E27FC236}">
                            <a16:creationId xmlns:a16="http://schemas.microsoft.com/office/drawing/2014/main" id="{3957E3D9-55E3-4039-89E9-E7D14B9F4B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05894" y="1720703"/>
                        <a:ext cx="62918" cy="62918"/>
                      </a:xfrm>
                      <a:prstGeom prst="ellipse">
                        <a:avLst/>
                      </a:prstGeom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/>
                      </a:p>
                    </p:txBody>
                  </p:sp>
                  <p:cxnSp>
                    <p:nvCxnSpPr>
                      <p:cNvPr id="16" name="Straight Arrow Connector 15">
                        <a:extLst>
                          <a:ext uri="{FF2B5EF4-FFF2-40B4-BE49-F238E27FC236}">
                            <a16:creationId xmlns:a16="http://schemas.microsoft.com/office/drawing/2014/main" id="{4882507F-54FA-4F7D-9A9C-FF3637FA9C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096000" y="1761688"/>
                        <a:ext cx="1941354" cy="1667313"/>
                      </a:xfrm>
                      <a:prstGeom prst="straightConnector1">
                        <a:avLst/>
                      </a:prstGeom>
                      <a:ln w="19050">
                        <a:solidFill>
                          <a:srgbClr val="FF0000"/>
                        </a:solidFill>
                        <a:tailEnd type="stealth" w="lg" len="lg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22" name="Straight Arrow Connector 21">
                      <a:extLst>
                        <a:ext uri="{FF2B5EF4-FFF2-40B4-BE49-F238E27FC236}">
                          <a16:creationId xmlns:a16="http://schemas.microsoft.com/office/drawing/2014/main" id="{EA7D9FE3-C473-46F4-944B-3530C1C8F165}"/>
                        </a:ext>
                      </a:extLst>
                    </p:cNvPr>
                    <p:cNvCxnSpPr>
                      <a:cxnSpLocks/>
                      <a:stCxn id="19" idx="1"/>
                    </p:cNvCxnSpPr>
                    <p:nvPr/>
                  </p:nvCxnSpPr>
                  <p:spPr>
                    <a:xfrm flipH="1" flipV="1">
                      <a:off x="7523354" y="1139641"/>
                      <a:ext cx="491754" cy="590276"/>
                    </a:xfrm>
                    <a:prstGeom prst="straightConnector1">
                      <a:avLst/>
                    </a:prstGeom>
                    <a:ln w="1905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0E6D080B-4E69-4150-BF68-7DBC3D1102EC}"/>
                      </a:ext>
                    </a:extLst>
                  </p:cNvPr>
                  <p:cNvCxnSpPr>
                    <a:stCxn id="19" idx="4"/>
                  </p:cNvCxnSpPr>
                  <p:nvPr/>
                </p:nvCxnSpPr>
                <p:spPr>
                  <a:xfrm flipH="1">
                    <a:off x="8036653" y="1783621"/>
                    <a:ext cx="700" cy="1635853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5956BE8D-C09D-4C11-BF40-C1F8C200A13A}"/>
                      </a:ext>
                    </a:extLst>
                  </p:cNvPr>
                  <p:cNvCxnSpPr>
                    <a:stCxn id="19" idx="2"/>
                  </p:cNvCxnSpPr>
                  <p:nvPr/>
                </p:nvCxnSpPr>
                <p:spPr>
                  <a:xfrm flipH="1" flipV="1">
                    <a:off x="6080271" y="1752161"/>
                    <a:ext cx="1925623" cy="1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0B6ECF5-1F08-482F-8796-E2528DD0EBD7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579" y="3043939"/>
                    <a:ext cx="308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6C70912B-CF92-468E-BEF7-D258B3931284}"/>
                      </a:ext>
                    </a:extLst>
                  </p:cNvPr>
                  <p:cNvSpPr txBox="1"/>
                  <p:nvPr/>
                </p:nvSpPr>
                <p:spPr>
                  <a:xfrm>
                    <a:off x="7536115" y="3429000"/>
                    <a:ext cx="103393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φ = </a:t>
                    </a:r>
                    <a:r>
                      <a:rPr lang="en-AU" dirty="0"/>
                      <a:t>cos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9C2C76D3-5508-4286-9D0C-1078C5C7AEDB}"/>
                      </a:ext>
                    </a:extLst>
                  </p:cNvPr>
                  <p:cNvSpPr txBox="1"/>
                  <p:nvPr/>
                </p:nvSpPr>
                <p:spPr>
                  <a:xfrm>
                    <a:off x="5059098" y="1567369"/>
                    <a:ext cx="102903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U" dirty="0"/>
                      <a:t>q = sin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B173B910-5355-4ADD-A2DC-ACC65D57F60A}"/>
                      </a:ext>
                    </a:extLst>
                  </p:cNvPr>
                  <p:cNvSpPr txBox="1"/>
                  <p:nvPr/>
                </p:nvSpPr>
                <p:spPr>
                  <a:xfrm>
                    <a:off x="8988454" y="3218119"/>
                    <a:ext cx="3020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l-GR" dirty="0"/>
                      <a:t>φ</a:t>
                    </a:r>
                    <a:endParaRPr lang="en-AU" dirty="0"/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DBCF700-188E-44DE-AC5D-DBF0F189172F}"/>
                      </a:ext>
                    </a:extLst>
                  </p:cNvPr>
                  <p:cNvSpPr txBox="1"/>
                  <p:nvPr/>
                </p:nvSpPr>
                <p:spPr>
                  <a:xfrm>
                    <a:off x="5918056" y="248748"/>
                    <a:ext cx="34015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dirty="0"/>
                      <a:t>Q</a:t>
                    </a:r>
                    <a:endParaRPr lang="en-AU" dirty="0"/>
                  </a:p>
                </p:txBody>
              </p:sp>
            </p:grpSp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EB67472-E8D6-4AC0-A9DD-BD62A53EEC36}"/>
                    </a:ext>
                  </a:extLst>
                </p:cNvPr>
                <p:cNvSpPr txBox="1"/>
                <p:nvPr/>
              </p:nvSpPr>
              <p:spPr>
                <a:xfrm>
                  <a:off x="7353103" y="830872"/>
                  <a:ext cx="10959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/>
                    <a:t>tangent</a:t>
                  </a:r>
                  <a:endParaRPr lang="en-AU" dirty="0"/>
                </a:p>
              </p:txBody>
            </p:sp>
          </p:grp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6668B356-3054-41B7-88C4-CA338368754E}"/>
                  </a:ext>
                </a:extLst>
              </p:cNvPr>
              <p:cNvSpPr/>
              <p:nvPr/>
            </p:nvSpPr>
            <p:spPr>
              <a:xfrm>
                <a:off x="6057278" y="775076"/>
                <a:ext cx="74644" cy="74644"/>
              </a:xfrm>
              <a:prstGeom prst="ellipse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10070ED-642E-4995-8D1D-87A6120F938D}"/>
                  </a:ext>
                </a:extLst>
              </p:cNvPr>
              <p:cNvSpPr txBox="1"/>
              <p:nvPr/>
            </p:nvSpPr>
            <p:spPr>
              <a:xfrm>
                <a:off x="4981717" y="644295"/>
                <a:ext cx="10349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tempo=0</a:t>
                </a:r>
                <a:endParaRPr lang="en-AU" dirty="0"/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01579" y="161908"/>
              <a:ext cx="28900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Figure 2 - SR Rotation Curve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263172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193782-8820-45BC-AEC1-718FA9027D46}"/>
              </a:ext>
            </a:extLst>
          </p:cNvPr>
          <p:cNvGrpSpPr/>
          <p:nvPr/>
        </p:nvGrpSpPr>
        <p:grpSpPr>
          <a:xfrm>
            <a:off x="3573710" y="161908"/>
            <a:ext cx="7077303" cy="5861382"/>
            <a:chOff x="3573710" y="161908"/>
            <a:chExt cx="7077303" cy="58613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4535" y="1753946"/>
              <a:ext cx="4013257" cy="1675054"/>
            </a:xfrm>
            <a:prstGeom prst="rect">
              <a:avLst/>
            </a:prstGeom>
            <a:solidFill>
              <a:srgbClr val="FF000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096000" y="802872"/>
              <a:ext cx="4013257" cy="939958"/>
            </a:xfrm>
            <a:prstGeom prst="rect">
              <a:avLst/>
            </a:prstGeom>
            <a:solidFill>
              <a:schemeClr val="accent6">
                <a:alpha val="1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1A54309-7C19-42C3-ABA0-9D54F04AA2B4}"/>
                </a:ext>
              </a:extLst>
            </p:cNvPr>
            <p:cNvGrpSpPr/>
            <p:nvPr/>
          </p:nvGrpSpPr>
          <p:grpSpPr>
            <a:xfrm>
              <a:off x="3573710" y="161908"/>
              <a:ext cx="5817934" cy="5861382"/>
              <a:chOff x="3573710" y="161908"/>
              <a:chExt cx="5817934" cy="5861382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2B5FDAF-ACD4-4439-A513-26409AFBC300}"/>
                  </a:ext>
                </a:extLst>
              </p:cNvPr>
              <p:cNvGrpSpPr/>
              <p:nvPr/>
            </p:nvGrpSpPr>
            <p:grpSpPr>
              <a:xfrm>
                <a:off x="3573710" y="248748"/>
                <a:ext cx="5716745" cy="5774542"/>
                <a:chOff x="3573710" y="248748"/>
                <a:chExt cx="5716745" cy="5774542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1955BAE0-D53F-4678-B924-2AA5035F0770}"/>
                    </a:ext>
                  </a:extLst>
                </p:cNvPr>
                <p:cNvGrpSpPr/>
                <p:nvPr/>
              </p:nvGrpSpPr>
              <p:grpSpPr>
                <a:xfrm>
                  <a:off x="3573710" y="248748"/>
                  <a:ext cx="5716745" cy="5774542"/>
                  <a:chOff x="3573710" y="248748"/>
                  <a:chExt cx="5716745" cy="5774542"/>
                </a:xfrm>
              </p:grpSpPr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77073334-89E2-450C-A691-B22B2399AF22}"/>
                      </a:ext>
                    </a:extLst>
                  </p:cNvPr>
                  <p:cNvGrpSpPr/>
                  <p:nvPr/>
                </p:nvGrpSpPr>
                <p:grpSpPr>
                  <a:xfrm>
                    <a:off x="3573710" y="553673"/>
                    <a:ext cx="5414744" cy="5469617"/>
                    <a:chOff x="3573710" y="553673"/>
                    <a:chExt cx="5414744" cy="5469617"/>
                  </a:xfrm>
                </p:grpSpPr>
                <p:grpSp>
                  <p:nvGrpSpPr>
                    <p:cNvPr id="11" name="Group 10">
                      <a:extLst>
                        <a:ext uri="{FF2B5EF4-FFF2-40B4-BE49-F238E27FC236}">
                          <a16:creationId xmlns:a16="http://schemas.microsoft.com/office/drawing/2014/main" id="{0ACB2228-17AA-4BE4-A8F9-29F398F1845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73710" y="553673"/>
                      <a:ext cx="5414744" cy="5469617"/>
                      <a:chOff x="3573710" y="553673"/>
                      <a:chExt cx="5414744" cy="5469617"/>
                    </a:xfrm>
                  </p:grpSpPr>
                  <p:cxnSp>
                    <p:nvCxnSpPr>
                      <p:cNvPr id="5" name="Straight Arrow Connector 4">
                        <a:extLst>
                          <a:ext uri="{FF2B5EF4-FFF2-40B4-BE49-F238E27FC236}">
                            <a16:creationId xmlns:a16="http://schemas.microsoft.com/office/drawing/2014/main" id="{FE973B01-D7A4-49C9-AE68-EF4563F934A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096000" y="553673"/>
                        <a:ext cx="0" cy="3276118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prstDash val="solid"/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" name="Straight Arrow Connector 6">
                        <a:extLst>
                          <a:ext uri="{FF2B5EF4-FFF2-40B4-BE49-F238E27FC236}">
                            <a16:creationId xmlns:a16="http://schemas.microsoft.com/office/drawing/2014/main" id="{7E64A458-4CD0-4635-B13B-FCE2DB2F083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58025" y="3433665"/>
                        <a:ext cx="3330429" cy="0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" name="Arc 9">
                        <a:extLst>
                          <a:ext uri="{FF2B5EF4-FFF2-40B4-BE49-F238E27FC236}">
                            <a16:creationId xmlns:a16="http://schemas.microsoft.com/office/drawing/2014/main" id="{627EC3D2-3F22-4210-93C7-EBB880B735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3710" y="813732"/>
                        <a:ext cx="5041781" cy="5209558"/>
                      </a:xfrm>
                      <a:prstGeom prst="arc">
                        <a:avLst>
                          <a:gd name="adj1" fmla="val 16256644"/>
                          <a:gd name="adj2" fmla="val 11832"/>
                        </a:avLst>
                      </a:prstGeom>
                      <a:ln w="1905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 dirty="0"/>
                      </a:p>
                    </p:txBody>
                  </p:sp>
                </p:grp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3957E3D9-55E3-4039-89E9-E7D14B9F4B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05894" y="1720703"/>
                      <a:ext cx="62918" cy="62918"/>
                    </a:xfrm>
                    <a:prstGeom prst="ellipse">
                      <a:avLst/>
                    </a:prstGeom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AU"/>
                    </a:p>
                  </p:txBody>
                </p:sp>
                <p:cxnSp>
                  <p:nvCxnSpPr>
                    <p:cNvPr id="16" name="Straight Arrow Connector 15">
                      <a:extLst>
                        <a:ext uri="{FF2B5EF4-FFF2-40B4-BE49-F238E27FC236}">
                          <a16:creationId xmlns:a16="http://schemas.microsoft.com/office/drawing/2014/main" id="{4882507F-54FA-4F7D-9A9C-FF3637FA9C7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096000" y="1761688"/>
                      <a:ext cx="1941354" cy="1667313"/>
                    </a:xfrm>
                    <a:prstGeom prst="straightConnector1">
                      <a:avLst/>
                    </a:prstGeom>
                    <a:ln w="19050">
                      <a:solidFill>
                        <a:srgbClr val="FF0000"/>
                      </a:solidFill>
                      <a:tailEnd type="stealth" w="lg" len="lg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5956BE8D-C09D-4C11-BF40-C1F8C200A13A}"/>
                      </a:ext>
                    </a:extLst>
                  </p:cNvPr>
                  <p:cNvCxnSpPr>
                    <a:stCxn id="19" idx="2"/>
                  </p:cNvCxnSpPr>
                  <p:nvPr/>
                </p:nvCxnSpPr>
                <p:spPr>
                  <a:xfrm flipH="1" flipV="1">
                    <a:off x="6080271" y="1752161"/>
                    <a:ext cx="1925623" cy="1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0B6ECF5-1F08-482F-8796-E2528DD0EBD7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579" y="3043939"/>
                    <a:ext cx="308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9C2C76D3-5508-4286-9D0C-1078C5C7AEDB}"/>
                      </a:ext>
                    </a:extLst>
                  </p:cNvPr>
                  <p:cNvSpPr txBox="1"/>
                  <p:nvPr/>
                </p:nvSpPr>
                <p:spPr>
                  <a:xfrm>
                    <a:off x="5059098" y="1567369"/>
                    <a:ext cx="102903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U" dirty="0"/>
                      <a:t>q = sin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B173B910-5355-4ADD-A2DC-ACC65D57F60A}"/>
                      </a:ext>
                    </a:extLst>
                  </p:cNvPr>
                  <p:cNvSpPr txBox="1"/>
                  <p:nvPr/>
                </p:nvSpPr>
                <p:spPr>
                  <a:xfrm>
                    <a:off x="8988454" y="3218119"/>
                    <a:ext cx="3020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l-GR" dirty="0"/>
                      <a:t>φ</a:t>
                    </a:r>
                    <a:endParaRPr lang="en-AU" dirty="0"/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DBCF700-188E-44DE-AC5D-DBF0F189172F}"/>
                      </a:ext>
                    </a:extLst>
                  </p:cNvPr>
                  <p:cNvSpPr txBox="1"/>
                  <p:nvPr/>
                </p:nvSpPr>
                <p:spPr>
                  <a:xfrm>
                    <a:off x="5918056" y="248748"/>
                    <a:ext cx="34015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dirty="0"/>
                      <a:t>Q</a:t>
                    </a:r>
                    <a:endParaRPr lang="en-AU" dirty="0"/>
                  </a:p>
                </p:txBody>
              </p:sp>
            </p:grp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6668B356-3054-41B7-88C4-CA338368754E}"/>
                    </a:ext>
                  </a:extLst>
                </p:cNvPr>
                <p:cNvSpPr/>
                <p:nvPr/>
              </p:nvSpPr>
              <p:spPr>
                <a:xfrm>
                  <a:off x="6057278" y="775076"/>
                  <a:ext cx="74644" cy="74644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10070ED-642E-4995-8D1D-87A6120F938D}"/>
                    </a:ext>
                  </a:extLst>
                </p:cNvPr>
                <p:cNvSpPr txBox="1"/>
                <p:nvPr/>
              </p:nvSpPr>
              <p:spPr>
                <a:xfrm>
                  <a:off x="4981717" y="644295"/>
                  <a:ext cx="10349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tempo=0</a:t>
                  </a:r>
                  <a:endParaRPr lang="en-AU" dirty="0"/>
                </a:p>
              </p:txBody>
            </p:sp>
          </p:grp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E557B4A-B5FE-4519-8389-15E9552C4441}"/>
                  </a:ext>
                </a:extLst>
              </p:cNvPr>
              <p:cNvSpPr txBox="1"/>
              <p:nvPr/>
            </p:nvSpPr>
            <p:spPr>
              <a:xfrm>
                <a:off x="6501579" y="161908"/>
                <a:ext cx="28900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Q-depth and Q-slack</a:t>
                </a:r>
                <a:endParaRPr lang="en-AU" dirty="0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9101663" y="1088185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Q-Slack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9139454" y="2301367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Q-Depth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70590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64CAB0E-FF7A-406A-B1D1-23626A0426ED}"/>
              </a:ext>
            </a:extLst>
          </p:cNvPr>
          <p:cNvGrpSpPr/>
          <p:nvPr/>
        </p:nvGrpSpPr>
        <p:grpSpPr>
          <a:xfrm>
            <a:off x="3573710" y="164156"/>
            <a:ext cx="8539977" cy="4941682"/>
            <a:chOff x="3573710" y="164156"/>
            <a:chExt cx="8539977" cy="49416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4535" y="1753946"/>
              <a:ext cx="4013257" cy="1675054"/>
            </a:xfrm>
            <a:prstGeom prst="rect">
              <a:avLst/>
            </a:prstGeom>
            <a:solidFill>
              <a:srgbClr val="FF000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096000" y="802872"/>
              <a:ext cx="4013257" cy="939958"/>
            </a:xfrm>
            <a:prstGeom prst="rect">
              <a:avLst/>
            </a:prstGeom>
            <a:pattFill prst="wdDnDiag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7073334-89E2-450C-A691-B22B2399AF22}"/>
                </a:ext>
              </a:extLst>
            </p:cNvPr>
            <p:cNvGrpSpPr/>
            <p:nvPr/>
          </p:nvGrpSpPr>
          <p:grpSpPr>
            <a:xfrm>
              <a:off x="3573710" y="553673"/>
              <a:ext cx="5414744" cy="4552165"/>
              <a:chOff x="3573710" y="553673"/>
              <a:chExt cx="5414744" cy="455216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ACB2228-17AA-4BE4-A8F9-29F398F18458}"/>
                  </a:ext>
                </a:extLst>
              </p:cNvPr>
              <p:cNvGrpSpPr/>
              <p:nvPr/>
            </p:nvGrpSpPr>
            <p:grpSpPr>
              <a:xfrm>
                <a:off x="3573710" y="553673"/>
                <a:ext cx="5414744" cy="4552165"/>
                <a:chOff x="3573710" y="553673"/>
                <a:chExt cx="5414744" cy="4552165"/>
              </a:xfrm>
            </p:grpSpPr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FE973B01-D7A4-49C9-AE68-EF4563F93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553673"/>
                  <a:ext cx="0" cy="3276118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prstDash val="solid"/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7E64A458-4CD0-4635-B13B-FCE2DB2F08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58025" y="3433665"/>
                  <a:ext cx="3330429" cy="0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Arc 9">
                  <a:extLst>
                    <a:ext uri="{FF2B5EF4-FFF2-40B4-BE49-F238E27FC236}">
                      <a16:creationId xmlns:a16="http://schemas.microsoft.com/office/drawing/2014/main" id="{627EC3D2-3F22-4210-93C7-EBB880B735E4}"/>
                    </a:ext>
                  </a:extLst>
                </p:cNvPr>
                <p:cNvSpPr/>
                <p:nvPr/>
              </p:nvSpPr>
              <p:spPr>
                <a:xfrm>
                  <a:off x="3573710" y="1770625"/>
                  <a:ext cx="5022523" cy="3335213"/>
                </a:xfrm>
                <a:prstGeom prst="arc">
                  <a:avLst>
                    <a:gd name="adj1" fmla="val 16256644"/>
                    <a:gd name="adj2" fmla="val 11832"/>
                  </a:avLst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 dirty="0"/>
                </a:p>
              </p:txBody>
            </p:sp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882507F-54FA-4F7D-9A9C-FF3637FA9C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96000" y="2123278"/>
                <a:ext cx="1559170" cy="1305724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0B6ECF5-1F08-482F-8796-E2528DD0EBD7}"/>
                </a:ext>
              </a:extLst>
            </p:cNvPr>
            <p:cNvSpPr txBox="1"/>
            <p:nvPr/>
          </p:nvSpPr>
          <p:spPr>
            <a:xfrm>
              <a:off x="6501579" y="304393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dirty="0"/>
                <a:t>θ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2C76D3-5508-4286-9D0C-1078C5C7AEDB}"/>
                </a:ext>
              </a:extLst>
            </p:cNvPr>
            <p:cNvSpPr txBox="1"/>
            <p:nvPr/>
          </p:nvSpPr>
          <p:spPr>
            <a:xfrm>
              <a:off x="10210193" y="1558164"/>
              <a:ext cx="19034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 Limit</a:t>
              </a:r>
              <a:endParaRPr lang="en-A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73B910-5355-4ADD-A2DC-ACC65D57F60A}"/>
                </a:ext>
              </a:extLst>
            </p:cNvPr>
            <p:cNvSpPr txBox="1"/>
            <p:nvPr/>
          </p:nvSpPr>
          <p:spPr>
            <a:xfrm>
              <a:off x="8988454" y="3218119"/>
              <a:ext cx="302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φ</a:t>
              </a:r>
              <a:endParaRPr lang="en-A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BCF700-188E-44DE-AC5D-DBF0F189172F}"/>
                </a:ext>
              </a:extLst>
            </p:cNvPr>
            <p:cNvSpPr txBox="1"/>
            <p:nvPr/>
          </p:nvSpPr>
          <p:spPr>
            <a:xfrm>
              <a:off x="5918056" y="248748"/>
              <a:ext cx="340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</a:t>
              </a:r>
              <a:endParaRPr lang="en-AU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668B356-3054-41B7-88C4-CA338368754E}"/>
                </a:ext>
              </a:extLst>
            </p:cNvPr>
            <p:cNvSpPr/>
            <p:nvPr/>
          </p:nvSpPr>
          <p:spPr>
            <a:xfrm>
              <a:off x="6057278" y="775076"/>
              <a:ext cx="74644" cy="74644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0070ED-642E-4995-8D1D-87A6120F938D}"/>
                </a:ext>
              </a:extLst>
            </p:cNvPr>
            <p:cNvSpPr txBox="1"/>
            <p:nvPr/>
          </p:nvSpPr>
          <p:spPr>
            <a:xfrm>
              <a:off x="4635479" y="1419664"/>
              <a:ext cx="13452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Tempo=0</a:t>
              </a:r>
              <a:br>
                <a:rPr lang="en-GB" dirty="0"/>
              </a:br>
              <a:r>
                <a:rPr lang="en-GB" dirty="0"/>
                <a:t>Q-lock limit</a:t>
              </a:r>
              <a:endParaRPr lang="en-AU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60861" y="164156"/>
              <a:ext cx="3462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Boundary-constrained Q-depth</a:t>
              </a:r>
              <a:endParaRPr lang="en-A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8534675" y="1121538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Forbidden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9032743" y="2313456"/>
              <a:ext cx="106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Allowed</a:t>
              </a:r>
              <a:endParaRPr lang="en-AU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3CA0946-694F-43FB-9A37-E766FD729466}"/>
                </a:ext>
              </a:extLst>
            </p:cNvPr>
            <p:cNvCxnSpPr>
              <a:cxnSpLocks/>
              <a:stCxn id="43" idx="1"/>
              <a:endCxn id="54" idx="3"/>
            </p:cNvCxnSpPr>
            <p:nvPr/>
          </p:nvCxnSpPr>
          <p:spPr>
            <a:xfrm flipH="1">
              <a:off x="5980726" y="1742830"/>
              <a:ext cx="4229467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59875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64CAB0E-FF7A-406A-B1D1-23626A0426ED}"/>
              </a:ext>
            </a:extLst>
          </p:cNvPr>
          <p:cNvGrpSpPr/>
          <p:nvPr/>
        </p:nvGrpSpPr>
        <p:grpSpPr>
          <a:xfrm>
            <a:off x="-880844" y="151013"/>
            <a:ext cx="12253396" cy="4626734"/>
            <a:chOff x="3576873" y="-796943"/>
            <a:chExt cx="12093753" cy="462673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7425" y="828942"/>
              <a:ext cx="4013257" cy="1675054"/>
            </a:xfrm>
            <a:prstGeom prst="rect">
              <a:avLst/>
            </a:prstGeom>
            <a:solidFill>
              <a:srgbClr val="92D05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102990" y="2489044"/>
              <a:ext cx="4007692" cy="939958"/>
            </a:xfrm>
            <a:prstGeom prst="rect">
              <a:avLst/>
            </a:prstGeom>
            <a:pattFill prst="wdDnDiag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7073334-89E2-450C-A691-B22B2399AF22}"/>
                </a:ext>
              </a:extLst>
            </p:cNvPr>
            <p:cNvGrpSpPr/>
            <p:nvPr/>
          </p:nvGrpSpPr>
          <p:grpSpPr>
            <a:xfrm>
              <a:off x="3576873" y="-796943"/>
              <a:ext cx="5562163" cy="4626734"/>
              <a:chOff x="3576873" y="-796943"/>
              <a:chExt cx="5562163" cy="4626734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ACB2228-17AA-4BE4-A8F9-29F398F18458}"/>
                  </a:ext>
                </a:extLst>
              </p:cNvPr>
              <p:cNvGrpSpPr/>
              <p:nvPr/>
            </p:nvGrpSpPr>
            <p:grpSpPr>
              <a:xfrm>
                <a:off x="3576873" y="-796943"/>
                <a:ext cx="5562163" cy="4626734"/>
                <a:chOff x="3576873" y="-796943"/>
                <a:chExt cx="5562163" cy="4626734"/>
              </a:xfrm>
            </p:grpSpPr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FE973B01-D7A4-49C9-AE68-EF4563F93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553673"/>
                  <a:ext cx="0" cy="3276118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prstDash val="solid"/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7E64A458-4CD0-4635-B13B-FCE2DB2F08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08607" y="828942"/>
                  <a:ext cx="3330429" cy="0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Arc 9">
                  <a:extLst>
                    <a:ext uri="{FF2B5EF4-FFF2-40B4-BE49-F238E27FC236}">
                      <a16:creationId xmlns:a16="http://schemas.microsoft.com/office/drawing/2014/main" id="{627EC3D2-3F22-4210-93C7-EBB880B735E4}"/>
                    </a:ext>
                  </a:extLst>
                </p:cNvPr>
                <p:cNvSpPr/>
                <p:nvPr/>
              </p:nvSpPr>
              <p:spPr>
                <a:xfrm flipV="1">
                  <a:off x="3576873" y="-796943"/>
                  <a:ext cx="5022523" cy="3281574"/>
                </a:xfrm>
                <a:prstGeom prst="arc">
                  <a:avLst>
                    <a:gd name="adj1" fmla="val 16256644"/>
                    <a:gd name="adj2" fmla="val 11832"/>
                  </a:avLst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 dirty="0"/>
                </a:p>
              </p:txBody>
            </p:sp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882507F-54FA-4F7D-9A9C-FF3637FA9C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828942"/>
                <a:ext cx="1559170" cy="1294336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0B6ECF5-1F08-482F-8796-E2528DD0EBD7}"/>
                </a:ext>
              </a:extLst>
            </p:cNvPr>
            <p:cNvSpPr txBox="1"/>
            <p:nvPr/>
          </p:nvSpPr>
          <p:spPr>
            <a:xfrm>
              <a:off x="6434873" y="80181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dirty="0"/>
                <a:t>θ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2C76D3-5508-4286-9D0C-1078C5C7AEDB}"/>
                </a:ext>
              </a:extLst>
            </p:cNvPr>
            <p:cNvSpPr txBox="1"/>
            <p:nvPr/>
          </p:nvSpPr>
          <p:spPr>
            <a:xfrm>
              <a:off x="10325467" y="2262822"/>
              <a:ext cx="11171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 </a:t>
              </a:r>
            </a:p>
            <a:p>
              <a:r>
                <a:rPr lang="en-GB" dirty="0"/>
                <a:t>Limit</a:t>
              </a:r>
              <a:endParaRPr lang="en-A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73B910-5355-4ADD-A2DC-ACC65D57F60A}"/>
                </a:ext>
              </a:extLst>
            </p:cNvPr>
            <p:cNvSpPr txBox="1"/>
            <p:nvPr/>
          </p:nvSpPr>
          <p:spPr>
            <a:xfrm>
              <a:off x="8822839" y="744266"/>
              <a:ext cx="302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φ</a:t>
              </a:r>
              <a:endParaRPr lang="en-A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BCF700-188E-44DE-AC5D-DBF0F189172F}"/>
                </a:ext>
              </a:extLst>
            </p:cNvPr>
            <p:cNvSpPr txBox="1"/>
            <p:nvPr/>
          </p:nvSpPr>
          <p:spPr>
            <a:xfrm>
              <a:off x="6088134" y="417273"/>
              <a:ext cx="340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</a:t>
              </a:r>
              <a:endParaRPr lang="en-AU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0070ED-642E-4995-8D1D-87A6120F938D}"/>
                </a:ext>
              </a:extLst>
            </p:cNvPr>
            <p:cNvSpPr txBox="1"/>
            <p:nvPr/>
          </p:nvSpPr>
          <p:spPr>
            <a:xfrm>
              <a:off x="4584714" y="2134339"/>
              <a:ext cx="13452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Tempo=0</a:t>
              </a:r>
              <a:br>
                <a:rPr lang="en-GB" dirty="0"/>
              </a:br>
              <a:r>
                <a:rPr lang="en-GB" dirty="0"/>
                <a:t>Q-lock limit</a:t>
              </a:r>
              <a:endParaRPr lang="en-AU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60861" y="164156"/>
              <a:ext cx="3462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Boundary-constrained Q-depth</a:t>
              </a:r>
              <a:endParaRPr lang="en-A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8383674" y="2587424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Forbidden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8822839" y="1853938"/>
              <a:ext cx="106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Allowed</a:t>
              </a:r>
              <a:endParaRPr lang="en-AU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3CA0946-694F-43FB-9A37-E766FD7294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89319" y="2484633"/>
              <a:ext cx="4229467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C436244-53F9-46D3-9F1E-1C212CBEED9D}"/>
                </a:ext>
              </a:extLst>
            </p:cNvPr>
            <p:cNvSpPr/>
            <p:nvPr/>
          </p:nvSpPr>
          <p:spPr>
            <a:xfrm>
              <a:off x="11657369" y="813990"/>
              <a:ext cx="4013257" cy="1675054"/>
            </a:xfrm>
            <a:prstGeom prst="rect">
              <a:avLst/>
            </a:prstGeom>
            <a:solidFill>
              <a:srgbClr val="92D05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C05462E-91B0-4E2C-BA5E-2DC78243C58B}"/>
              </a:ext>
            </a:extLst>
          </p:cNvPr>
          <p:cNvSpPr/>
          <p:nvPr/>
        </p:nvSpPr>
        <p:spPr>
          <a:xfrm>
            <a:off x="7180976" y="1540167"/>
            <a:ext cx="127737" cy="20539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C766A9-1DD5-49C9-A748-66B8593F34FE}"/>
              </a:ext>
            </a:extLst>
          </p:cNvPr>
          <p:cNvSpPr/>
          <p:nvPr/>
        </p:nvSpPr>
        <p:spPr>
          <a:xfrm>
            <a:off x="11372048" y="1540167"/>
            <a:ext cx="117451" cy="20539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264BA4-3122-4844-8664-66E9464A19C6}"/>
              </a:ext>
            </a:extLst>
          </p:cNvPr>
          <p:cNvSpPr/>
          <p:nvPr/>
        </p:nvSpPr>
        <p:spPr>
          <a:xfrm rot="5400000">
            <a:off x="9264210" y="1482152"/>
            <a:ext cx="150444" cy="40662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92FAAD5-EFCE-47D7-B368-03EAC93BA420}"/>
              </a:ext>
            </a:extLst>
          </p:cNvPr>
          <p:cNvGrpSpPr/>
          <p:nvPr/>
        </p:nvGrpSpPr>
        <p:grpSpPr>
          <a:xfrm>
            <a:off x="7939056" y="1199535"/>
            <a:ext cx="2896167" cy="2454599"/>
            <a:chOff x="6141819" y="-157060"/>
            <a:chExt cx="7080713" cy="600114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C1B9DD4-9CC8-4680-847C-E439CCBD0231}"/>
                </a:ext>
              </a:extLst>
            </p:cNvPr>
            <p:cNvGrpSpPr/>
            <p:nvPr/>
          </p:nvGrpSpPr>
          <p:grpSpPr>
            <a:xfrm>
              <a:off x="6141819" y="-157060"/>
              <a:ext cx="7080713" cy="6001146"/>
              <a:chOff x="6141819" y="-157060"/>
              <a:chExt cx="7080713" cy="6001146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811175C-FA0F-4D3A-A029-5E15D82385B2}"/>
                  </a:ext>
                </a:extLst>
              </p:cNvPr>
              <p:cNvSpPr/>
              <p:nvPr/>
            </p:nvSpPr>
            <p:spPr>
              <a:xfrm>
                <a:off x="7235001" y="661011"/>
                <a:ext cx="4274190" cy="427419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bg2">
                    <a:lumMod val="50000"/>
                  </a:schemeClr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39371DA-EE79-4FFA-AF9E-DF45D71B593B}"/>
                  </a:ext>
                </a:extLst>
              </p:cNvPr>
              <p:cNvSpPr txBox="1"/>
              <p:nvPr/>
            </p:nvSpPr>
            <p:spPr>
              <a:xfrm>
                <a:off x="11524210" y="2612576"/>
                <a:ext cx="1698322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KE+</a:t>
                </a:r>
                <a:endParaRPr lang="en-AU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7ECCB7-F9E9-453D-9F82-EDAF2329A9C8}"/>
                  </a:ext>
                </a:extLst>
              </p:cNvPr>
              <p:cNvSpPr/>
              <p:nvPr/>
            </p:nvSpPr>
            <p:spPr>
              <a:xfrm>
                <a:off x="6839300" y="206838"/>
                <a:ext cx="5075853" cy="51411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17B5CE9C-97C0-4E27-9361-7500938FB7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26602" y="661613"/>
                <a:ext cx="4282587" cy="4273588"/>
              </a:xfrm>
              <a:prstGeom prst="rect">
                <a:avLst/>
              </a:prstGeom>
            </p:spPr>
          </p:pic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7FD99D5A-CD77-4C1B-8580-F656A3E2731E}"/>
                  </a:ext>
                </a:extLst>
              </p:cNvPr>
              <p:cNvCxnSpPr>
                <a:cxnSpLocks/>
                <a:stCxn id="34" idx="0"/>
                <a:endCxn id="34" idx="2"/>
              </p:cNvCxnSpPr>
              <p:nvPr/>
            </p:nvCxnSpPr>
            <p:spPr>
              <a:xfrm>
                <a:off x="9367895" y="661613"/>
                <a:ext cx="0" cy="4273588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6EF021F-C877-4E45-8CF4-DDB00A1D8970}"/>
                  </a:ext>
                </a:extLst>
              </p:cNvPr>
              <p:cNvCxnSpPr>
                <a:cxnSpLocks/>
                <a:stCxn id="35" idx="2"/>
                <a:endCxn id="34" idx="3"/>
              </p:cNvCxnSpPr>
              <p:nvPr/>
            </p:nvCxnSpPr>
            <p:spPr>
              <a:xfrm>
                <a:off x="7235000" y="2798106"/>
                <a:ext cx="4274189" cy="301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80D3429-0589-4E09-920F-979B77C418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03463" y="2362249"/>
                <a:ext cx="1910044" cy="21275"/>
              </a:xfrm>
              <a:prstGeom prst="straightConnector1">
                <a:avLst/>
              </a:prstGeom>
              <a:ln w="28575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5F1801E-871C-4803-8D51-410FE5115291}"/>
                  </a:ext>
                </a:extLst>
              </p:cNvPr>
              <p:cNvSpPr/>
              <p:nvPr/>
            </p:nvSpPr>
            <p:spPr>
              <a:xfrm>
                <a:off x="9175414" y="667535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878BAE9-E8FF-4627-AEFE-86D35062661B}"/>
                  </a:ext>
                </a:extLst>
              </p:cNvPr>
              <p:cNvSpPr/>
              <p:nvPr/>
            </p:nvSpPr>
            <p:spPr>
              <a:xfrm>
                <a:off x="9175414" y="4554167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4A010CE-4D15-4E05-8F87-8EF267930A6D}"/>
                  </a:ext>
                </a:extLst>
              </p:cNvPr>
              <p:cNvSpPr/>
              <p:nvPr/>
            </p:nvSpPr>
            <p:spPr>
              <a:xfrm>
                <a:off x="9708953" y="2119694"/>
                <a:ext cx="844952" cy="9029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86B7445-787C-4B81-A216-93ED7D5F55D2}"/>
                  </a:ext>
                </a:extLst>
              </p:cNvPr>
              <p:cNvSpPr txBox="1"/>
              <p:nvPr/>
            </p:nvSpPr>
            <p:spPr>
              <a:xfrm>
                <a:off x="6141819" y="2604540"/>
                <a:ext cx="1309930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KE-</a:t>
                </a:r>
                <a:endParaRPr lang="en-AU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FABE49B-69BE-4A7A-80DB-A67E05580A5A}"/>
                  </a:ext>
                </a:extLst>
              </p:cNvPr>
              <p:cNvSpPr txBox="1"/>
              <p:nvPr/>
            </p:nvSpPr>
            <p:spPr>
              <a:xfrm>
                <a:off x="8623336" y="-157060"/>
                <a:ext cx="1730853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GPE+</a:t>
                </a:r>
                <a:endParaRPr lang="en-AU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12FFAD5-8A81-455A-97B3-B71D00A2AB08}"/>
                  </a:ext>
                </a:extLst>
              </p:cNvPr>
              <p:cNvSpPr txBox="1"/>
              <p:nvPr/>
            </p:nvSpPr>
            <p:spPr>
              <a:xfrm>
                <a:off x="8664014" y="4941122"/>
                <a:ext cx="1649493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GPE-</a:t>
                </a:r>
                <a:endParaRPr lang="en-AU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02E0EF5-7DA4-4F69-8674-61AFFC61B190}"/>
                  </a:ext>
                </a:extLst>
              </p:cNvPr>
              <p:cNvSpPr/>
              <p:nvPr/>
            </p:nvSpPr>
            <p:spPr>
              <a:xfrm>
                <a:off x="10836208" y="991197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1EF6DC6-9684-4B60-A507-0256B5A05222}"/>
                </a:ext>
              </a:extLst>
            </p:cNvPr>
            <p:cNvSpPr txBox="1"/>
            <p:nvPr/>
          </p:nvSpPr>
          <p:spPr>
            <a:xfrm>
              <a:off x="7965147" y="-141158"/>
              <a:ext cx="2824161" cy="9029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AU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E9C13B5-1259-47C3-AFE1-D9769EAFFA99}"/>
              </a:ext>
            </a:extLst>
          </p:cNvPr>
          <p:cNvSpPr txBox="1"/>
          <p:nvPr/>
        </p:nvSpPr>
        <p:spPr>
          <a:xfrm>
            <a:off x="8615993" y="3601896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Water Tank</a:t>
            </a:r>
            <a:endParaRPr lang="en-AU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897559-3208-4490-96DE-C942F46B8B4B}"/>
              </a:ext>
            </a:extLst>
          </p:cNvPr>
          <p:cNvSpPr txBox="1"/>
          <p:nvPr/>
        </p:nvSpPr>
        <p:spPr>
          <a:xfrm>
            <a:off x="7692076" y="845305"/>
            <a:ext cx="2975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Water-wave Phase Diagram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3F392-1FEE-48FF-8028-99C5BF087B98}"/>
              </a:ext>
            </a:extLst>
          </p:cNvPr>
          <p:cNvSpPr txBox="1"/>
          <p:nvPr/>
        </p:nvSpPr>
        <p:spPr>
          <a:xfrm>
            <a:off x="3829050" y="410538"/>
            <a:ext cx="3863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Water Trough Analogy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96779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AF9B6708-0F7E-468D-8D9C-04F9375674F6}"/>
              </a:ext>
            </a:extLst>
          </p:cNvPr>
          <p:cNvGrpSpPr/>
          <p:nvPr/>
        </p:nvGrpSpPr>
        <p:grpSpPr>
          <a:xfrm>
            <a:off x="8945696" y="1089348"/>
            <a:ext cx="1306663" cy="3017834"/>
            <a:chOff x="2045839" y="3303040"/>
            <a:chExt cx="1233251" cy="3017834"/>
          </a:xfrm>
        </p:grpSpPr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983F480-8005-4C8D-AC59-59EA76392B91}"/>
                </a:ext>
              </a:extLst>
            </p:cNvPr>
            <p:cNvSpPr/>
            <p:nvPr/>
          </p:nvSpPr>
          <p:spPr>
            <a:xfrm rot="5400000">
              <a:off x="1410139" y="4451920"/>
              <a:ext cx="2504651" cy="1233251"/>
            </a:xfrm>
            <a:prstGeom prst="parallelogram">
              <a:avLst>
                <a:gd name="adj" fmla="val 55263"/>
              </a:avLst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85C3206B-5714-4E5C-AAE2-1584F5ACAD9C}"/>
                </a:ext>
              </a:extLst>
            </p:cNvPr>
            <p:cNvSpPr/>
            <p:nvPr/>
          </p:nvSpPr>
          <p:spPr>
            <a:xfrm rot="5400000">
              <a:off x="1153548" y="4195332"/>
              <a:ext cx="3017834" cy="1233250"/>
            </a:xfrm>
            <a:prstGeom prst="parallelogram">
              <a:avLst>
                <a:gd name="adj" fmla="val 55461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B135072-3950-4D55-84CB-AD4D561D3B76}"/>
              </a:ext>
            </a:extLst>
          </p:cNvPr>
          <p:cNvCxnSpPr>
            <a:cxnSpLocks/>
          </p:cNvCxnSpPr>
          <p:nvPr/>
        </p:nvCxnSpPr>
        <p:spPr>
          <a:xfrm flipV="1">
            <a:off x="1697294" y="1102440"/>
            <a:ext cx="724840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4117A67-0A64-45FA-A0D6-A5F625C8D9BD}"/>
              </a:ext>
            </a:extLst>
          </p:cNvPr>
          <p:cNvCxnSpPr/>
          <p:nvPr/>
        </p:nvCxnSpPr>
        <p:spPr>
          <a:xfrm flipV="1">
            <a:off x="2950526" y="4112626"/>
            <a:ext cx="7320302" cy="186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B73A689-1C19-487B-ACD2-BC4358042B37}"/>
              </a:ext>
            </a:extLst>
          </p:cNvPr>
          <p:cNvCxnSpPr/>
          <p:nvPr/>
        </p:nvCxnSpPr>
        <p:spPr>
          <a:xfrm>
            <a:off x="1719327" y="3429000"/>
            <a:ext cx="731825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Parallelogram 58">
            <a:extLst>
              <a:ext uri="{FF2B5EF4-FFF2-40B4-BE49-F238E27FC236}">
                <a16:creationId xmlns:a16="http://schemas.microsoft.com/office/drawing/2014/main" id="{F4884966-9473-4746-9330-042775E5B94D}"/>
              </a:ext>
            </a:extLst>
          </p:cNvPr>
          <p:cNvSpPr/>
          <p:nvPr/>
        </p:nvSpPr>
        <p:spPr>
          <a:xfrm rot="20745047" flipH="1">
            <a:off x="1664676" y="2361346"/>
            <a:ext cx="8596281" cy="1004604"/>
          </a:xfrm>
          <a:prstGeom prst="parallelogram">
            <a:avLst>
              <a:gd name="adj" fmla="val 107670"/>
            </a:avLst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4010E75-BB40-4B54-BAD9-77BA878C7FA1}"/>
              </a:ext>
            </a:extLst>
          </p:cNvPr>
          <p:cNvSpPr/>
          <p:nvPr/>
        </p:nvSpPr>
        <p:spPr>
          <a:xfrm>
            <a:off x="2950526" y="2294292"/>
            <a:ext cx="7320302" cy="1830614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Parallelogram 55">
            <a:extLst>
              <a:ext uri="{FF2B5EF4-FFF2-40B4-BE49-F238E27FC236}">
                <a16:creationId xmlns:a16="http://schemas.microsoft.com/office/drawing/2014/main" id="{D8E0476D-FFEB-40FF-A0AF-6434DAE25512}"/>
              </a:ext>
            </a:extLst>
          </p:cNvPr>
          <p:cNvSpPr/>
          <p:nvPr/>
        </p:nvSpPr>
        <p:spPr>
          <a:xfrm flipH="1">
            <a:off x="1682002" y="1602693"/>
            <a:ext cx="8588825" cy="691599"/>
          </a:xfrm>
          <a:prstGeom prst="parallelogram">
            <a:avLst>
              <a:gd name="adj" fmla="val 182187"/>
            </a:avLst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FCF8BB3-608C-4183-800B-F7346E4A2B9B}"/>
              </a:ext>
            </a:extLst>
          </p:cNvPr>
          <p:cNvGrpSpPr/>
          <p:nvPr/>
        </p:nvGrpSpPr>
        <p:grpSpPr>
          <a:xfrm>
            <a:off x="1691335" y="1094794"/>
            <a:ext cx="1259191" cy="3036494"/>
            <a:chOff x="2045839" y="3303040"/>
            <a:chExt cx="1233251" cy="3017834"/>
          </a:xfrm>
          <a:solidFill>
            <a:schemeClr val="accent1">
              <a:lumMod val="20000"/>
              <a:lumOff val="80000"/>
              <a:alpha val="50000"/>
            </a:schemeClr>
          </a:solidFill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05049757-2AFE-4273-8B03-97A0FCBD2037}"/>
                </a:ext>
              </a:extLst>
            </p:cNvPr>
            <p:cNvSpPr/>
            <p:nvPr/>
          </p:nvSpPr>
          <p:spPr>
            <a:xfrm rot="5400000">
              <a:off x="1410139" y="4451920"/>
              <a:ext cx="2504651" cy="1233251"/>
            </a:xfrm>
            <a:prstGeom prst="parallelogram">
              <a:avLst>
                <a:gd name="adj" fmla="val 55263"/>
              </a:avLst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1A1E8665-BA71-4405-B58C-A5B0C0D9C1AF}"/>
                </a:ext>
              </a:extLst>
            </p:cNvPr>
            <p:cNvSpPr/>
            <p:nvPr/>
          </p:nvSpPr>
          <p:spPr>
            <a:xfrm rot="5400000">
              <a:off x="1153548" y="4195332"/>
              <a:ext cx="3017834" cy="1233250"/>
            </a:xfrm>
            <a:prstGeom prst="parallelogram">
              <a:avLst>
                <a:gd name="adj" fmla="val 55461"/>
              </a:avLst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AE512CC-BAAC-4E6A-8BE2-6D05E6B8EFA3}"/>
              </a:ext>
            </a:extLst>
          </p:cNvPr>
          <p:cNvCxnSpPr/>
          <p:nvPr/>
        </p:nvCxnSpPr>
        <p:spPr>
          <a:xfrm>
            <a:off x="2950526" y="1800808"/>
            <a:ext cx="73203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E39AF598-B505-4AD5-B85A-7E1281491AEE}"/>
              </a:ext>
            </a:extLst>
          </p:cNvPr>
          <p:cNvSpPr/>
          <p:nvPr/>
        </p:nvSpPr>
        <p:spPr>
          <a:xfrm flipH="1">
            <a:off x="2934109" y="2287911"/>
            <a:ext cx="7334664" cy="1845651"/>
          </a:xfrm>
          <a:prstGeom prst="triangle">
            <a:avLst>
              <a:gd name="adj" fmla="val 42"/>
            </a:avLst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60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arallelogram 28">
            <a:extLst>
              <a:ext uri="{FF2B5EF4-FFF2-40B4-BE49-F238E27FC236}">
                <a16:creationId xmlns:a16="http://schemas.microsoft.com/office/drawing/2014/main" id="{018A6C9A-369D-422C-944F-FA25CA48B296}"/>
              </a:ext>
            </a:extLst>
          </p:cNvPr>
          <p:cNvSpPr/>
          <p:nvPr/>
        </p:nvSpPr>
        <p:spPr>
          <a:xfrm rot="5400000">
            <a:off x="4563668" y="-303818"/>
            <a:ext cx="6315718" cy="7734925"/>
          </a:xfrm>
          <a:prstGeom prst="parallelogram">
            <a:avLst>
              <a:gd name="adj" fmla="val 61081"/>
            </a:avLst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Slope">
            <a:extLst>
              <a:ext uri="{FF2B5EF4-FFF2-40B4-BE49-F238E27FC236}">
                <a16:creationId xmlns:a16="http://schemas.microsoft.com/office/drawing/2014/main" id="{CCA16FE5-52A8-40E8-A5D3-D3EEE233E685}"/>
              </a:ext>
            </a:extLst>
          </p:cNvPr>
          <p:cNvSpPr/>
          <p:nvPr/>
        </p:nvSpPr>
        <p:spPr>
          <a:xfrm flipH="1">
            <a:off x="1407818" y="405786"/>
            <a:ext cx="10181169" cy="6315718"/>
          </a:xfrm>
          <a:prstGeom prst="parallelogram">
            <a:avLst>
              <a:gd name="adj" fmla="val 1226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A0FC2C-3E78-4DEA-9362-B790C376DA3D}"/>
              </a:ext>
            </a:extLst>
          </p:cNvPr>
          <p:cNvSpPr/>
          <p:nvPr/>
        </p:nvSpPr>
        <p:spPr>
          <a:xfrm>
            <a:off x="1463407" y="405787"/>
            <a:ext cx="2390660" cy="2434728"/>
          </a:xfrm>
          <a:prstGeom prst="rect">
            <a:avLst/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5B71B0CF-80B7-4FBB-86D8-BB902DB977BB}"/>
              </a:ext>
            </a:extLst>
          </p:cNvPr>
          <p:cNvSpPr/>
          <p:nvPr/>
        </p:nvSpPr>
        <p:spPr>
          <a:xfrm rot="5400000">
            <a:off x="2150847" y="-327445"/>
            <a:ext cx="6315719" cy="7801780"/>
          </a:xfrm>
          <a:prstGeom prst="parallelogram">
            <a:avLst>
              <a:gd name="adj" fmla="val 61263"/>
            </a:avLst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3FA1DD-72F4-4814-9809-39138B6D6736}"/>
              </a:ext>
            </a:extLst>
          </p:cNvPr>
          <p:cNvSpPr/>
          <p:nvPr/>
        </p:nvSpPr>
        <p:spPr>
          <a:xfrm>
            <a:off x="9198328" y="4296576"/>
            <a:ext cx="2390660" cy="2434728"/>
          </a:xfrm>
          <a:prstGeom prst="rect">
            <a:avLst/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339A7D4-CCDF-4DC8-AE83-A7BAF52CD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077" y="4329629"/>
            <a:ext cx="2241134" cy="2236424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F7EA422-D12A-41D8-A091-DB35068EE3A1}"/>
              </a:ext>
            </a:extLst>
          </p:cNvPr>
          <p:cNvSpPr/>
          <p:nvPr/>
        </p:nvSpPr>
        <p:spPr>
          <a:xfrm rot="2340000" flipH="1" flipV="1">
            <a:off x="-311854" y="3346626"/>
            <a:ext cx="10020045" cy="1903203"/>
          </a:xfrm>
          <a:prstGeom prst="triangle">
            <a:avLst>
              <a:gd name="adj" fmla="val 846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76391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2A68015-C142-471B-9630-F798B8FE1823}"/>
              </a:ext>
            </a:extLst>
          </p:cNvPr>
          <p:cNvGrpSpPr/>
          <p:nvPr/>
        </p:nvGrpSpPr>
        <p:grpSpPr>
          <a:xfrm>
            <a:off x="-1007294" y="-713654"/>
            <a:ext cx="11900843" cy="8285307"/>
            <a:chOff x="-664394" y="-259210"/>
            <a:chExt cx="11900843" cy="8285307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0FC2C-3E78-4DEA-9362-B790C376DA3D}"/>
                </a:ext>
              </a:extLst>
            </p:cNvPr>
            <p:cNvSpPr/>
            <p:nvPr/>
          </p:nvSpPr>
          <p:spPr>
            <a:xfrm>
              <a:off x="1110867" y="1700580"/>
              <a:ext cx="2390660" cy="2434728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018A6C9A-369D-422C-944F-FA25CA48B296}"/>
                </a:ext>
              </a:extLst>
            </p:cNvPr>
            <p:cNvSpPr/>
            <p:nvPr/>
          </p:nvSpPr>
          <p:spPr>
            <a:xfrm rot="5400000">
              <a:off x="4211128" y="990975"/>
              <a:ext cx="6315718" cy="7734925"/>
            </a:xfrm>
            <a:prstGeom prst="parallelogram">
              <a:avLst>
                <a:gd name="adj" fmla="val 61081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5" name="Slope">
              <a:extLst>
                <a:ext uri="{FF2B5EF4-FFF2-40B4-BE49-F238E27FC236}">
                  <a16:creationId xmlns:a16="http://schemas.microsoft.com/office/drawing/2014/main" id="{CCA16FE5-52A8-40E8-A5D3-D3EEE233E685}"/>
                </a:ext>
              </a:extLst>
            </p:cNvPr>
            <p:cNvSpPr/>
            <p:nvPr/>
          </p:nvSpPr>
          <p:spPr>
            <a:xfrm flipH="1">
              <a:off x="1055278" y="1700579"/>
              <a:ext cx="10181169" cy="6315718"/>
            </a:xfrm>
            <a:prstGeom prst="parallelogram">
              <a:avLst>
                <a:gd name="adj" fmla="val 12269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5B71B0CF-80B7-4FBB-86D8-BB902DB977BB}"/>
                </a:ext>
              </a:extLst>
            </p:cNvPr>
            <p:cNvSpPr/>
            <p:nvPr/>
          </p:nvSpPr>
          <p:spPr>
            <a:xfrm rot="5400000">
              <a:off x="1798307" y="967348"/>
              <a:ext cx="6315719" cy="7801780"/>
            </a:xfrm>
            <a:prstGeom prst="parallelogram">
              <a:avLst>
                <a:gd name="adj" fmla="val 61263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B1F6707-29D8-4660-ABB5-E41E91D02D97}"/>
                </a:ext>
              </a:extLst>
            </p:cNvPr>
            <p:cNvGrpSpPr/>
            <p:nvPr/>
          </p:nvGrpSpPr>
          <p:grpSpPr>
            <a:xfrm>
              <a:off x="8845788" y="5591369"/>
              <a:ext cx="2390660" cy="2434728"/>
              <a:chOff x="9198328" y="4296576"/>
              <a:chExt cx="2390660" cy="2434728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D3FA1DD-72F4-4814-9809-39138B6D6736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1339A7D4-CCDF-4DC8-AE83-A7BAF52CD0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81122" y="4395728"/>
                <a:ext cx="2241134" cy="2236424"/>
              </a:xfrm>
              <a:prstGeom prst="rect">
                <a:avLst/>
              </a:prstGeom>
            </p:spPr>
          </p:pic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F7EA422-D12A-41D8-A091-DB35068EE3A1}"/>
                </a:ext>
              </a:extLst>
            </p:cNvPr>
            <p:cNvSpPr/>
            <p:nvPr/>
          </p:nvSpPr>
          <p:spPr>
            <a:xfrm rot="2340000" flipH="1" flipV="1">
              <a:off x="-664394" y="4641419"/>
              <a:ext cx="10020045" cy="1903203"/>
            </a:xfrm>
            <a:prstGeom prst="triangle">
              <a:avLst>
                <a:gd name="adj" fmla="val 8461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2F21BAE-18A2-4DFE-ACE6-DC65C8527D8E}"/>
                </a:ext>
              </a:extLst>
            </p:cNvPr>
            <p:cNvGrpSpPr/>
            <p:nvPr/>
          </p:nvGrpSpPr>
          <p:grpSpPr>
            <a:xfrm>
              <a:off x="4950532" y="2401675"/>
              <a:ext cx="2390660" cy="2434728"/>
              <a:chOff x="9198328" y="4296576"/>
              <a:chExt cx="2390660" cy="24347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700E430-F6E5-4F09-95E3-AA2EB3DA7694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B2188E7-61D5-47EC-B5D4-6CD58B96B0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73091" y="4395728"/>
                <a:ext cx="2241134" cy="2236424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0D1029-69F3-408E-9B64-60906E0F025A}"/>
                </a:ext>
              </a:extLst>
            </p:cNvPr>
            <p:cNvGrpSpPr/>
            <p:nvPr/>
          </p:nvGrpSpPr>
          <p:grpSpPr>
            <a:xfrm>
              <a:off x="1652703" y="-259210"/>
              <a:ext cx="2390660" cy="2434728"/>
              <a:chOff x="1954968" y="0"/>
              <a:chExt cx="2390660" cy="2434728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42F7AF8-6442-4194-95D2-9019302E92F8}"/>
                  </a:ext>
                </a:extLst>
              </p:cNvPr>
              <p:cNvSpPr/>
              <p:nvPr/>
            </p:nvSpPr>
            <p:spPr>
              <a:xfrm>
                <a:off x="1954968" y="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56BE81B-90F1-478A-8080-130397093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29731" y="99152"/>
                <a:ext cx="2241134" cy="2236424"/>
              </a:xfrm>
              <a:prstGeom prst="rect">
                <a:avLst/>
              </a:prstGeom>
            </p:spPr>
          </p:pic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0710FEF-DBA1-46AB-84F2-079A953AD75D}"/>
              </a:ext>
            </a:extLst>
          </p:cNvPr>
          <p:cNvSpPr txBox="1"/>
          <p:nvPr/>
        </p:nvSpPr>
        <p:spPr>
          <a:xfrm>
            <a:off x="4979988" y="502920"/>
            <a:ext cx="55771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Effect of Q-slack on incompressible Water Wave travelling</a:t>
            </a:r>
            <a:br>
              <a:rPr lang="en-GB" dirty="0"/>
            </a:br>
            <a:r>
              <a:rPr lang="en-GB" dirty="0"/>
              <a:t>Towards Shore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12856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7FA3C29-615A-43E7-9194-B0D6727D3772}"/>
              </a:ext>
            </a:extLst>
          </p:cNvPr>
          <p:cNvGrpSpPr/>
          <p:nvPr/>
        </p:nvGrpSpPr>
        <p:grpSpPr>
          <a:xfrm>
            <a:off x="-797744" y="1662479"/>
            <a:ext cx="11900843" cy="6325518"/>
            <a:chOff x="-664394" y="1700579"/>
            <a:chExt cx="11900843" cy="632551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0FC2C-3E78-4DEA-9362-B790C376DA3D}"/>
                </a:ext>
              </a:extLst>
            </p:cNvPr>
            <p:cNvSpPr/>
            <p:nvPr/>
          </p:nvSpPr>
          <p:spPr>
            <a:xfrm>
              <a:off x="1110867" y="1700580"/>
              <a:ext cx="2390660" cy="2434728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018A6C9A-369D-422C-944F-FA25CA48B296}"/>
                </a:ext>
              </a:extLst>
            </p:cNvPr>
            <p:cNvSpPr/>
            <p:nvPr/>
          </p:nvSpPr>
          <p:spPr>
            <a:xfrm rot="5400000">
              <a:off x="4211128" y="990975"/>
              <a:ext cx="6315718" cy="7734925"/>
            </a:xfrm>
            <a:prstGeom prst="parallelogram">
              <a:avLst>
                <a:gd name="adj" fmla="val 61081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5" name="Slope">
              <a:extLst>
                <a:ext uri="{FF2B5EF4-FFF2-40B4-BE49-F238E27FC236}">
                  <a16:creationId xmlns:a16="http://schemas.microsoft.com/office/drawing/2014/main" id="{CCA16FE5-52A8-40E8-A5D3-D3EEE233E685}"/>
                </a:ext>
              </a:extLst>
            </p:cNvPr>
            <p:cNvSpPr/>
            <p:nvPr/>
          </p:nvSpPr>
          <p:spPr>
            <a:xfrm flipH="1">
              <a:off x="1055278" y="1700579"/>
              <a:ext cx="10181169" cy="6315718"/>
            </a:xfrm>
            <a:prstGeom prst="parallelogram">
              <a:avLst>
                <a:gd name="adj" fmla="val 12269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5B71B0CF-80B7-4FBB-86D8-BB902DB977BB}"/>
                </a:ext>
              </a:extLst>
            </p:cNvPr>
            <p:cNvSpPr/>
            <p:nvPr/>
          </p:nvSpPr>
          <p:spPr>
            <a:xfrm rot="5400000">
              <a:off x="1798307" y="967348"/>
              <a:ext cx="6315719" cy="7801780"/>
            </a:xfrm>
            <a:prstGeom prst="parallelogram">
              <a:avLst>
                <a:gd name="adj" fmla="val 61263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B1F6707-29D8-4660-ABB5-E41E91D02D97}"/>
                </a:ext>
              </a:extLst>
            </p:cNvPr>
            <p:cNvGrpSpPr/>
            <p:nvPr/>
          </p:nvGrpSpPr>
          <p:grpSpPr>
            <a:xfrm>
              <a:off x="8845788" y="5591369"/>
              <a:ext cx="2390660" cy="2434728"/>
              <a:chOff x="9198328" y="4296576"/>
              <a:chExt cx="2390660" cy="2434728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D3FA1DD-72F4-4814-9809-39138B6D6736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1339A7D4-CCDF-4DC8-AE83-A7BAF52CD0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81122" y="4395728"/>
                <a:ext cx="2241134" cy="2236424"/>
              </a:xfrm>
              <a:prstGeom prst="rect">
                <a:avLst/>
              </a:prstGeom>
            </p:spPr>
          </p:pic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F7EA422-D12A-41D8-A091-DB35068EE3A1}"/>
                </a:ext>
              </a:extLst>
            </p:cNvPr>
            <p:cNvSpPr/>
            <p:nvPr/>
          </p:nvSpPr>
          <p:spPr>
            <a:xfrm rot="2340000" flipH="1" flipV="1">
              <a:off x="-664394" y="4641419"/>
              <a:ext cx="10020045" cy="1903203"/>
            </a:xfrm>
            <a:prstGeom prst="triangle">
              <a:avLst>
                <a:gd name="adj" fmla="val 8461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2F21BAE-18A2-4DFE-ACE6-DC65C8527D8E}"/>
                </a:ext>
              </a:extLst>
            </p:cNvPr>
            <p:cNvGrpSpPr/>
            <p:nvPr/>
          </p:nvGrpSpPr>
          <p:grpSpPr>
            <a:xfrm>
              <a:off x="4950532" y="3646583"/>
              <a:ext cx="2390660" cy="1189820"/>
              <a:chOff x="9198328" y="4296576"/>
              <a:chExt cx="2390660" cy="24347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700E430-F6E5-4F09-95E3-AA2EB3DA7694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B2188E7-61D5-47EC-B5D4-6CD58B96B0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73091" y="4395728"/>
                <a:ext cx="2241134" cy="2236424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0D1029-69F3-408E-9B64-60906E0F025A}"/>
                </a:ext>
              </a:extLst>
            </p:cNvPr>
            <p:cNvGrpSpPr/>
            <p:nvPr/>
          </p:nvGrpSpPr>
          <p:grpSpPr>
            <a:xfrm flipV="1">
              <a:off x="1741812" y="2060154"/>
              <a:ext cx="2390660" cy="212710"/>
              <a:chOff x="1954968" y="0"/>
              <a:chExt cx="2390660" cy="2434728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42F7AF8-6442-4194-95D2-9019302E92F8}"/>
                  </a:ext>
                </a:extLst>
              </p:cNvPr>
              <p:cNvSpPr/>
              <p:nvPr/>
            </p:nvSpPr>
            <p:spPr>
              <a:xfrm>
                <a:off x="1954968" y="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56BE81B-90F1-478A-8080-130397093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29731" y="99152"/>
                <a:ext cx="2241134" cy="2236424"/>
              </a:xfrm>
              <a:prstGeom prst="rect">
                <a:avLst/>
              </a:prstGeom>
            </p:spPr>
          </p:pic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9A4A0E3-6D76-439F-8E08-44E72E20E926}"/>
              </a:ext>
            </a:extLst>
          </p:cNvPr>
          <p:cNvSpPr txBox="1"/>
          <p:nvPr/>
        </p:nvSpPr>
        <p:spPr>
          <a:xfrm>
            <a:off x="2827781" y="960120"/>
            <a:ext cx="64717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Effect of Q-Slack on Compressible, doubly bounded Wave travelling</a:t>
            </a:r>
            <a:br>
              <a:rPr lang="en-GB" dirty="0"/>
            </a:br>
            <a:r>
              <a:rPr lang="en-GB" dirty="0"/>
              <a:t>Towards Shore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167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c 45">
            <a:extLst>
              <a:ext uri="{FF2B5EF4-FFF2-40B4-BE49-F238E27FC236}">
                <a16:creationId xmlns:a16="http://schemas.microsoft.com/office/drawing/2014/main" id="{A4C5642D-AC1A-4512-A5A4-63C66C071622}"/>
              </a:ext>
            </a:extLst>
          </p:cNvPr>
          <p:cNvSpPr/>
          <p:nvPr/>
        </p:nvSpPr>
        <p:spPr>
          <a:xfrm>
            <a:off x="405417" y="-209059"/>
            <a:ext cx="7750362" cy="7750362"/>
          </a:xfrm>
          <a:prstGeom prst="arc">
            <a:avLst>
              <a:gd name="adj1" fmla="val 2123"/>
              <a:gd name="adj2" fmla="val 163338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Arc 47">
            <a:extLst>
              <a:ext uri="{FF2B5EF4-FFF2-40B4-BE49-F238E27FC236}">
                <a16:creationId xmlns:a16="http://schemas.microsoft.com/office/drawing/2014/main" id="{F770F6E8-960F-4901-AA43-46D2B03322D4}"/>
              </a:ext>
            </a:extLst>
          </p:cNvPr>
          <p:cNvSpPr/>
          <p:nvPr/>
        </p:nvSpPr>
        <p:spPr>
          <a:xfrm>
            <a:off x="2372087" y="1663846"/>
            <a:ext cx="3656857" cy="4004550"/>
          </a:xfrm>
          <a:prstGeom prst="arc">
            <a:avLst>
              <a:gd name="adj1" fmla="val 21587170"/>
              <a:gd name="adj2" fmla="val 183438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1" name="Arc 100">
            <a:extLst>
              <a:ext uri="{FF2B5EF4-FFF2-40B4-BE49-F238E27FC236}">
                <a16:creationId xmlns:a16="http://schemas.microsoft.com/office/drawing/2014/main" id="{917D25E1-0130-4345-9B11-12530BB5DC0D}"/>
              </a:ext>
            </a:extLst>
          </p:cNvPr>
          <p:cNvSpPr/>
          <p:nvPr/>
        </p:nvSpPr>
        <p:spPr>
          <a:xfrm>
            <a:off x="1395091" y="-683303"/>
            <a:ext cx="7768495" cy="7750362"/>
          </a:xfrm>
          <a:prstGeom prst="arc">
            <a:avLst>
              <a:gd name="adj1" fmla="val 2094"/>
              <a:gd name="adj2" fmla="val 16314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C3AA2F2E-BB27-425C-B585-7C578D78A777}"/>
              </a:ext>
            </a:extLst>
          </p:cNvPr>
          <p:cNvSpPr/>
          <p:nvPr/>
        </p:nvSpPr>
        <p:spPr>
          <a:xfrm>
            <a:off x="2715793" y="1205000"/>
            <a:ext cx="4337251" cy="4004552"/>
          </a:xfrm>
          <a:prstGeom prst="arc">
            <a:avLst>
              <a:gd name="adj1" fmla="val 21556473"/>
              <a:gd name="adj2" fmla="val 1294205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Parallelogram 87">
            <a:extLst>
              <a:ext uri="{FF2B5EF4-FFF2-40B4-BE49-F238E27FC236}">
                <a16:creationId xmlns:a16="http://schemas.microsoft.com/office/drawing/2014/main" id="{5F26B470-4070-4A4D-9591-E20F17BCDADB}"/>
              </a:ext>
            </a:extLst>
          </p:cNvPr>
          <p:cNvSpPr/>
          <p:nvPr/>
        </p:nvSpPr>
        <p:spPr>
          <a:xfrm rot="1671234">
            <a:off x="4305812" y="3985548"/>
            <a:ext cx="4908333" cy="889129"/>
          </a:xfrm>
          <a:prstGeom prst="parallelogram">
            <a:avLst>
              <a:gd name="adj" fmla="val 75267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C310F68-C2B6-4792-8BD7-53933B512123}"/>
              </a:ext>
            </a:extLst>
          </p:cNvPr>
          <p:cNvGrpSpPr/>
          <p:nvPr/>
        </p:nvGrpSpPr>
        <p:grpSpPr>
          <a:xfrm>
            <a:off x="4380079" y="3666124"/>
            <a:ext cx="3897179" cy="2002272"/>
            <a:chOff x="2302516" y="3428996"/>
            <a:chExt cx="6984703" cy="2064513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BFFF161-DEA8-4365-AEDE-D0ED12796E72}"/>
                </a:ext>
              </a:extLst>
            </p:cNvPr>
            <p:cNvCxnSpPr/>
            <p:nvPr/>
          </p:nvCxnSpPr>
          <p:spPr>
            <a:xfrm>
              <a:off x="2302525" y="3429000"/>
              <a:ext cx="6984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86BE9B1-7CF6-43DC-ABCC-EB09CC6288B2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2302516" y="3428996"/>
              <a:ext cx="6777218" cy="20645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12693047-67EB-495A-9F22-0DACDB085A63}"/>
              </a:ext>
            </a:extLst>
          </p:cNvPr>
          <p:cNvSpPr/>
          <p:nvPr/>
        </p:nvSpPr>
        <p:spPr>
          <a:xfrm rot="16200000" flipV="1">
            <a:off x="5269647" y="2776555"/>
            <a:ext cx="2002275" cy="3781411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C7878056-A928-4322-A60A-9D23EFC37BB4}"/>
              </a:ext>
            </a:extLst>
          </p:cNvPr>
          <p:cNvSpPr/>
          <p:nvPr/>
        </p:nvSpPr>
        <p:spPr>
          <a:xfrm>
            <a:off x="3922879" y="3208921"/>
            <a:ext cx="914400" cy="914400"/>
          </a:xfrm>
          <a:prstGeom prst="arc">
            <a:avLst>
              <a:gd name="adj1" fmla="val 21557601"/>
              <a:gd name="adj2" fmla="val 21616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BF4EC97-D220-4DE1-B57D-E8C122283779}"/>
              </a:ext>
            </a:extLst>
          </p:cNvPr>
          <p:cNvSpPr/>
          <p:nvPr/>
        </p:nvSpPr>
        <p:spPr>
          <a:xfrm rot="1773429">
            <a:off x="5761719" y="4270012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460610-DCE4-429F-B01D-5A37DF1FC802}"/>
              </a:ext>
            </a:extLst>
          </p:cNvPr>
          <p:cNvSpPr/>
          <p:nvPr/>
        </p:nvSpPr>
        <p:spPr>
          <a:xfrm rot="1669691">
            <a:off x="7610275" y="5257677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F4CFFC-6873-403E-9E58-FCE837BC94A1}"/>
              </a:ext>
            </a:extLst>
          </p:cNvPr>
          <p:cNvSpPr/>
          <p:nvPr/>
        </p:nvSpPr>
        <p:spPr>
          <a:xfrm>
            <a:off x="8000427" y="3669048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147C33-960E-4E4F-B3D7-097082A79023}"/>
              </a:ext>
            </a:extLst>
          </p:cNvPr>
          <p:cNvSpPr/>
          <p:nvPr/>
        </p:nvSpPr>
        <p:spPr>
          <a:xfrm>
            <a:off x="5881478" y="3681775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88DC3CF-0821-46C8-B0A6-ED5A28EC5D16}"/>
              </a:ext>
            </a:extLst>
          </p:cNvPr>
          <p:cNvSpPr/>
          <p:nvPr/>
        </p:nvSpPr>
        <p:spPr>
          <a:xfrm>
            <a:off x="4400572" y="3195537"/>
            <a:ext cx="5326493" cy="468041"/>
          </a:xfrm>
          <a:prstGeom prst="parallelogram">
            <a:avLst>
              <a:gd name="adj" fmla="val 217135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9534178-3884-4ADF-AB41-DCB44AA716E5}"/>
              </a:ext>
            </a:extLst>
          </p:cNvPr>
          <p:cNvCxnSpPr>
            <a:cxnSpLocks/>
          </p:cNvCxnSpPr>
          <p:nvPr/>
        </p:nvCxnSpPr>
        <p:spPr>
          <a:xfrm flipV="1">
            <a:off x="5443752" y="3203835"/>
            <a:ext cx="767959" cy="362280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29D5ACC-E1D9-48EF-A995-071B6FEC7083}"/>
              </a:ext>
            </a:extLst>
          </p:cNvPr>
          <p:cNvCxnSpPr>
            <a:cxnSpLocks/>
          </p:cNvCxnSpPr>
          <p:nvPr/>
        </p:nvCxnSpPr>
        <p:spPr>
          <a:xfrm flipV="1">
            <a:off x="7720333" y="4971542"/>
            <a:ext cx="1015498" cy="465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Parallelogram 88">
            <a:extLst>
              <a:ext uri="{FF2B5EF4-FFF2-40B4-BE49-F238E27FC236}">
                <a16:creationId xmlns:a16="http://schemas.microsoft.com/office/drawing/2014/main" id="{955251FA-5555-43CA-A0C7-807F4A2198BF}"/>
              </a:ext>
            </a:extLst>
          </p:cNvPr>
          <p:cNvSpPr/>
          <p:nvPr/>
        </p:nvSpPr>
        <p:spPr>
          <a:xfrm rot="780000">
            <a:off x="4393951" y="3584950"/>
            <a:ext cx="5104419" cy="672420"/>
          </a:xfrm>
          <a:prstGeom prst="parallelogram">
            <a:avLst>
              <a:gd name="adj" fmla="val 128731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C7ED1E-B9D1-4E7F-9C6B-7ADD328B1CC0}"/>
              </a:ext>
            </a:extLst>
          </p:cNvPr>
          <p:cNvCxnSpPr>
            <a:cxnSpLocks/>
          </p:cNvCxnSpPr>
          <p:nvPr/>
        </p:nvCxnSpPr>
        <p:spPr>
          <a:xfrm flipV="1">
            <a:off x="8060851" y="4065947"/>
            <a:ext cx="994191" cy="460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28544516-F908-496F-A11C-71ABAC2C89EF}"/>
              </a:ext>
            </a:extLst>
          </p:cNvPr>
          <p:cNvCxnSpPr>
            <a:cxnSpLocks/>
          </p:cNvCxnSpPr>
          <p:nvPr/>
        </p:nvCxnSpPr>
        <p:spPr>
          <a:xfrm flipV="1">
            <a:off x="8147982" y="3196642"/>
            <a:ext cx="1017985" cy="4648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E73F104-EDE5-407E-B915-2D33904BE063}"/>
              </a:ext>
            </a:extLst>
          </p:cNvPr>
          <p:cNvCxnSpPr>
            <a:cxnSpLocks/>
          </p:cNvCxnSpPr>
          <p:nvPr/>
        </p:nvCxnSpPr>
        <p:spPr>
          <a:xfrm flipV="1">
            <a:off x="5849310" y="3986665"/>
            <a:ext cx="1015498" cy="475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191B49E-EFF5-4738-AB6E-33E1AE470FE5}"/>
              </a:ext>
            </a:extLst>
          </p:cNvPr>
          <p:cNvCxnSpPr>
            <a:cxnSpLocks/>
            <a:endCxn id="58" idx="0"/>
          </p:cNvCxnSpPr>
          <p:nvPr/>
        </p:nvCxnSpPr>
        <p:spPr>
          <a:xfrm flipV="1">
            <a:off x="6056494" y="3195537"/>
            <a:ext cx="1007325" cy="4564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rc 109">
            <a:extLst>
              <a:ext uri="{FF2B5EF4-FFF2-40B4-BE49-F238E27FC236}">
                <a16:creationId xmlns:a16="http://schemas.microsoft.com/office/drawing/2014/main" id="{77D6F64C-5260-4D10-BFE1-80F678C6533B}"/>
              </a:ext>
            </a:extLst>
          </p:cNvPr>
          <p:cNvSpPr/>
          <p:nvPr/>
        </p:nvSpPr>
        <p:spPr>
          <a:xfrm>
            <a:off x="4958226" y="2714223"/>
            <a:ext cx="914400" cy="914400"/>
          </a:xfrm>
          <a:prstGeom prst="arc">
            <a:avLst>
              <a:gd name="adj1" fmla="val 288290"/>
              <a:gd name="adj2" fmla="val 197409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CE0ECAA-0B91-4CAD-90A0-2AFD9DC97BA0}"/>
              </a:ext>
            </a:extLst>
          </p:cNvPr>
          <p:cNvCxnSpPr>
            <a:cxnSpLocks/>
          </p:cNvCxnSpPr>
          <p:nvPr/>
        </p:nvCxnSpPr>
        <p:spPr>
          <a:xfrm flipV="1">
            <a:off x="4836969" y="3192815"/>
            <a:ext cx="1028723" cy="47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3F841B7-AEC5-4C32-A89E-E56EC752442A}"/>
              </a:ext>
            </a:extLst>
          </p:cNvPr>
          <p:cNvCxnSpPr>
            <a:cxnSpLocks/>
          </p:cNvCxnSpPr>
          <p:nvPr/>
        </p:nvCxnSpPr>
        <p:spPr>
          <a:xfrm flipV="1">
            <a:off x="4748864" y="3417150"/>
            <a:ext cx="1058113" cy="4792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1997C64-4C34-411B-8E0B-5BF6813B1C86}"/>
              </a:ext>
            </a:extLst>
          </p:cNvPr>
          <p:cNvCxnSpPr>
            <a:cxnSpLocks/>
            <a:endCxn id="89" idx="0"/>
          </p:cNvCxnSpPr>
          <p:nvPr/>
        </p:nvCxnSpPr>
        <p:spPr>
          <a:xfrm flipV="1">
            <a:off x="6007723" y="3593567"/>
            <a:ext cx="1014069" cy="448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7C11E92-151B-4668-9032-3F28B5E31805}"/>
              </a:ext>
            </a:extLst>
          </p:cNvPr>
          <p:cNvCxnSpPr>
            <a:stCxn id="89" idx="5"/>
            <a:endCxn id="89" idx="2"/>
          </p:cNvCxnSpPr>
          <p:nvPr/>
        </p:nvCxnSpPr>
        <p:spPr>
          <a:xfrm>
            <a:off x="4881077" y="3444398"/>
            <a:ext cx="4130167" cy="953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EB34537-B236-4FA0-9FD6-DFE5D5ED4E75}"/>
              </a:ext>
            </a:extLst>
          </p:cNvPr>
          <p:cNvCxnSpPr>
            <a:cxnSpLocks/>
          </p:cNvCxnSpPr>
          <p:nvPr/>
        </p:nvCxnSpPr>
        <p:spPr>
          <a:xfrm flipH="1">
            <a:off x="8228082" y="3429000"/>
            <a:ext cx="455102" cy="17651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B927ADA8-D634-4D5B-9587-89440C8616A5}"/>
              </a:ext>
            </a:extLst>
          </p:cNvPr>
          <p:cNvCxnSpPr>
            <a:stCxn id="89" idx="5"/>
            <a:endCxn id="88" idx="2"/>
          </p:cNvCxnSpPr>
          <p:nvPr/>
        </p:nvCxnSpPr>
        <p:spPr>
          <a:xfrm>
            <a:off x="4881077" y="3444398"/>
            <a:ext cx="3752890" cy="19760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23D0723-3463-4790-B9AF-E578E7077039}"/>
              </a:ext>
            </a:extLst>
          </p:cNvPr>
          <p:cNvCxnSpPr>
            <a:stCxn id="89" idx="5"/>
            <a:endCxn id="58" idx="2"/>
          </p:cNvCxnSpPr>
          <p:nvPr/>
        </p:nvCxnSpPr>
        <p:spPr>
          <a:xfrm flipV="1">
            <a:off x="4881077" y="3429558"/>
            <a:ext cx="4337848" cy="148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AC623809-65F1-4136-ADC5-93BC5B52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91" y="3327832"/>
            <a:ext cx="3530956" cy="2617136"/>
          </a:xfrm>
          <a:prstGeom prst="rect">
            <a:avLst/>
          </a:pr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BFC4E085-83C5-4E95-A56F-686755AC9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855" y="3407196"/>
            <a:ext cx="1332000" cy="1358761"/>
          </a:xfrm>
          <a:prstGeom prst="rect">
            <a:avLst/>
          </a:prstGeom>
          <a:ln>
            <a:noFill/>
          </a:ln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BDB62D6F-28DA-40D4-9604-EAD5CFB4DE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162" y="3459238"/>
            <a:ext cx="657225" cy="412061"/>
          </a:xfrm>
          <a:prstGeom prst="rect">
            <a:avLst/>
          </a:prstGeom>
        </p:spPr>
      </p:pic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5DF379B6-6D79-4B37-B229-2559B07C8A67}"/>
              </a:ext>
            </a:extLst>
          </p:cNvPr>
          <p:cNvCxnSpPr>
            <a:cxnSpLocks/>
          </p:cNvCxnSpPr>
          <p:nvPr/>
        </p:nvCxnSpPr>
        <p:spPr>
          <a:xfrm flipV="1">
            <a:off x="6556320" y="3192815"/>
            <a:ext cx="1324979" cy="625052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72720128-EA7F-4EDA-8002-52CAD3E765DA}"/>
              </a:ext>
            </a:extLst>
          </p:cNvPr>
          <p:cNvCxnSpPr>
            <a:cxnSpLocks/>
          </p:cNvCxnSpPr>
          <p:nvPr/>
        </p:nvCxnSpPr>
        <p:spPr>
          <a:xfrm flipV="1">
            <a:off x="8484429" y="3226942"/>
            <a:ext cx="2210869" cy="1042967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3723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c 45">
            <a:extLst>
              <a:ext uri="{FF2B5EF4-FFF2-40B4-BE49-F238E27FC236}">
                <a16:creationId xmlns:a16="http://schemas.microsoft.com/office/drawing/2014/main" id="{A4C5642D-AC1A-4512-A5A4-63C66C071622}"/>
              </a:ext>
            </a:extLst>
          </p:cNvPr>
          <p:cNvSpPr/>
          <p:nvPr/>
        </p:nvSpPr>
        <p:spPr>
          <a:xfrm>
            <a:off x="405417" y="-209059"/>
            <a:ext cx="7750362" cy="7750362"/>
          </a:xfrm>
          <a:prstGeom prst="arc">
            <a:avLst>
              <a:gd name="adj1" fmla="val 2123"/>
              <a:gd name="adj2" fmla="val 163338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Arc 47">
            <a:extLst>
              <a:ext uri="{FF2B5EF4-FFF2-40B4-BE49-F238E27FC236}">
                <a16:creationId xmlns:a16="http://schemas.microsoft.com/office/drawing/2014/main" id="{F770F6E8-960F-4901-AA43-46D2B03322D4}"/>
              </a:ext>
            </a:extLst>
          </p:cNvPr>
          <p:cNvSpPr/>
          <p:nvPr/>
        </p:nvSpPr>
        <p:spPr>
          <a:xfrm>
            <a:off x="2372087" y="1663846"/>
            <a:ext cx="3656857" cy="4004550"/>
          </a:xfrm>
          <a:prstGeom prst="arc">
            <a:avLst>
              <a:gd name="adj1" fmla="val 21587170"/>
              <a:gd name="adj2" fmla="val 183438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1" name="Arc 100">
            <a:extLst>
              <a:ext uri="{FF2B5EF4-FFF2-40B4-BE49-F238E27FC236}">
                <a16:creationId xmlns:a16="http://schemas.microsoft.com/office/drawing/2014/main" id="{917D25E1-0130-4345-9B11-12530BB5DC0D}"/>
              </a:ext>
            </a:extLst>
          </p:cNvPr>
          <p:cNvSpPr/>
          <p:nvPr/>
        </p:nvSpPr>
        <p:spPr>
          <a:xfrm>
            <a:off x="1395091" y="-683303"/>
            <a:ext cx="7768495" cy="7750362"/>
          </a:xfrm>
          <a:prstGeom prst="arc">
            <a:avLst>
              <a:gd name="adj1" fmla="val 2094"/>
              <a:gd name="adj2" fmla="val 16314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C3AA2F2E-BB27-425C-B585-7C578D78A777}"/>
              </a:ext>
            </a:extLst>
          </p:cNvPr>
          <p:cNvSpPr/>
          <p:nvPr/>
        </p:nvSpPr>
        <p:spPr>
          <a:xfrm>
            <a:off x="2715793" y="1205000"/>
            <a:ext cx="4337251" cy="4004552"/>
          </a:xfrm>
          <a:prstGeom prst="arc">
            <a:avLst>
              <a:gd name="adj1" fmla="val 21556473"/>
              <a:gd name="adj2" fmla="val 1294205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Parallelogram 87">
            <a:extLst>
              <a:ext uri="{FF2B5EF4-FFF2-40B4-BE49-F238E27FC236}">
                <a16:creationId xmlns:a16="http://schemas.microsoft.com/office/drawing/2014/main" id="{5F26B470-4070-4A4D-9591-E20F17BCDADB}"/>
              </a:ext>
            </a:extLst>
          </p:cNvPr>
          <p:cNvSpPr/>
          <p:nvPr/>
        </p:nvSpPr>
        <p:spPr>
          <a:xfrm rot="1671234">
            <a:off x="4305812" y="3985548"/>
            <a:ext cx="4908333" cy="889129"/>
          </a:xfrm>
          <a:prstGeom prst="parallelogram">
            <a:avLst>
              <a:gd name="adj" fmla="val 75267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C310F68-C2B6-4792-8BD7-53933B512123}"/>
              </a:ext>
            </a:extLst>
          </p:cNvPr>
          <p:cNvGrpSpPr/>
          <p:nvPr/>
        </p:nvGrpSpPr>
        <p:grpSpPr>
          <a:xfrm>
            <a:off x="4380079" y="3666124"/>
            <a:ext cx="3897179" cy="2002272"/>
            <a:chOff x="2302516" y="3428996"/>
            <a:chExt cx="6984703" cy="2064513"/>
          </a:xfrm>
        </p:grpSpPr>
        <p:cxnSp>
          <p:nvCxnSpPr>
            <p:cNvPr id="39" name="Straight Connector 38" hidden="1">
              <a:extLst>
                <a:ext uri="{FF2B5EF4-FFF2-40B4-BE49-F238E27FC236}">
                  <a16:creationId xmlns:a16="http://schemas.microsoft.com/office/drawing/2014/main" id="{CBFFF161-DEA8-4365-AEDE-D0ED12796E72}"/>
                </a:ext>
              </a:extLst>
            </p:cNvPr>
            <p:cNvCxnSpPr/>
            <p:nvPr/>
          </p:nvCxnSpPr>
          <p:spPr>
            <a:xfrm>
              <a:off x="2302525" y="3429000"/>
              <a:ext cx="6984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 hidden="1">
              <a:extLst>
                <a:ext uri="{FF2B5EF4-FFF2-40B4-BE49-F238E27FC236}">
                  <a16:creationId xmlns:a16="http://schemas.microsoft.com/office/drawing/2014/main" id="{286BE9B1-7CF6-43DC-ABCC-EB09CC6288B2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2302516" y="3428996"/>
              <a:ext cx="6777218" cy="20645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12693047-67EB-495A-9F22-0DACDB085A63}"/>
              </a:ext>
            </a:extLst>
          </p:cNvPr>
          <p:cNvSpPr/>
          <p:nvPr/>
        </p:nvSpPr>
        <p:spPr>
          <a:xfrm rot="16200000" flipV="1">
            <a:off x="5269647" y="2776555"/>
            <a:ext cx="2002275" cy="3781411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C7878056-A928-4322-A60A-9D23EFC37BB4}"/>
              </a:ext>
            </a:extLst>
          </p:cNvPr>
          <p:cNvSpPr/>
          <p:nvPr/>
        </p:nvSpPr>
        <p:spPr>
          <a:xfrm>
            <a:off x="3922879" y="3208921"/>
            <a:ext cx="914400" cy="914400"/>
          </a:xfrm>
          <a:prstGeom prst="arc">
            <a:avLst>
              <a:gd name="adj1" fmla="val 21557601"/>
              <a:gd name="adj2" fmla="val 21616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BF4EC97-D220-4DE1-B57D-E8C122283779}"/>
              </a:ext>
            </a:extLst>
          </p:cNvPr>
          <p:cNvSpPr/>
          <p:nvPr/>
        </p:nvSpPr>
        <p:spPr>
          <a:xfrm rot="1773429">
            <a:off x="5761719" y="4270012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460610-DCE4-429F-B01D-5A37DF1FC802}"/>
              </a:ext>
            </a:extLst>
          </p:cNvPr>
          <p:cNvSpPr/>
          <p:nvPr/>
        </p:nvSpPr>
        <p:spPr>
          <a:xfrm rot="1669691">
            <a:off x="7610275" y="5257677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F4CFFC-6873-403E-9E58-FCE837BC94A1}"/>
              </a:ext>
            </a:extLst>
          </p:cNvPr>
          <p:cNvSpPr/>
          <p:nvPr/>
        </p:nvSpPr>
        <p:spPr>
          <a:xfrm>
            <a:off x="8000427" y="3669048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147C33-960E-4E4F-B3D7-097082A79023}"/>
              </a:ext>
            </a:extLst>
          </p:cNvPr>
          <p:cNvSpPr/>
          <p:nvPr/>
        </p:nvSpPr>
        <p:spPr>
          <a:xfrm>
            <a:off x="5881478" y="3681775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88DC3CF-0821-46C8-B0A6-ED5A28EC5D16}"/>
              </a:ext>
            </a:extLst>
          </p:cNvPr>
          <p:cNvSpPr/>
          <p:nvPr/>
        </p:nvSpPr>
        <p:spPr>
          <a:xfrm>
            <a:off x="4400572" y="3195537"/>
            <a:ext cx="5326493" cy="468041"/>
          </a:xfrm>
          <a:prstGeom prst="parallelogram">
            <a:avLst>
              <a:gd name="adj" fmla="val 217135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9534178-3884-4ADF-AB41-DCB44AA716E5}"/>
              </a:ext>
            </a:extLst>
          </p:cNvPr>
          <p:cNvCxnSpPr>
            <a:cxnSpLocks/>
          </p:cNvCxnSpPr>
          <p:nvPr/>
        </p:nvCxnSpPr>
        <p:spPr>
          <a:xfrm flipV="1">
            <a:off x="5443752" y="3203835"/>
            <a:ext cx="767959" cy="362280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 hidden="1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29D5ACC-E1D9-48EF-A995-071B6FEC7083}"/>
              </a:ext>
            </a:extLst>
          </p:cNvPr>
          <p:cNvCxnSpPr>
            <a:cxnSpLocks/>
          </p:cNvCxnSpPr>
          <p:nvPr/>
        </p:nvCxnSpPr>
        <p:spPr>
          <a:xfrm flipV="1">
            <a:off x="7720333" y="4971542"/>
            <a:ext cx="1015498" cy="465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Parallelogram 88">
            <a:extLst>
              <a:ext uri="{FF2B5EF4-FFF2-40B4-BE49-F238E27FC236}">
                <a16:creationId xmlns:a16="http://schemas.microsoft.com/office/drawing/2014/main" id="{955251FA-5555-43CA-A0C7-807F4A2198BF}"/>
              </a:ext>
            </a:extLst>
          </p:cNvPr>
          <p:cNvSpPr/>
          <p:nvPr/>
        </p:nvSpPr>
        <p:spPr>
          <a:xfrm rot="780000">
            <a:off x="4393951" y="3584950"/>
            <a:ext cx="5104419" cy="672420"/>
          </a:xfrm>
          <a:prstGeom prst="parallelogram">
            <a:avLst>
              <a:gd name="adj" fmla="val 128731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C7ED1E-B9D1-4E7F-9C6B-7ADD328B1CC0}"/>
              </a:ext>
            </a:extLst>
          </p:cNvPr>
          <p:cNvCxnSpPr>
            <a:cxnSpLocks/>
          </p:cNvCxnSpPr>
          <p:nvPr/>
        </p:nvCxnSpPr>
        <p:spPr>
          <a:xfrm flipV="1">
            <a:off x="8060851" y="4065947"/>
            <a:ext cx="994191" cy="460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28544516-F908-496F-A11C-71ABAC2C89EF}"/>
              </a:ext>
            </a:extLst>
          </p:cNvPr>
          <p:cNvCxnSpPr>
            <a:cxnSpLocks/>
          </p:cNvCxnSpPr>
          <p:nvPr/>
        </p:nvCxnSpPr>
        <p:spPr>
          <a:xfrm flipV="1">
            <a:off x="8147982" y="3196642"/>
            <a:ext cx="1017985" cy="4648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E73F104-EDE5-407E-B915-2D33904BE063}"/>
              </a:ext>
            </a:extLst>
          </p:cNvPr>
          <p:cNvCxnSpPr>
            <a:cxnSpLocks/>
          </p:cNvCxnSpPr>
          <p:nvPr/>
        </p:nvCxnSpPr>
        <p:spPr>
          <a:xfrm flipV="1">
            <a:off x="5849310" y="3986665"/>
            <a:ext cx="1015498" cy="475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191B49E-EFF5-4738-AB6E-33E1AE470FE5}"/>
              </a:ext>
            </a:extLst>
          </p:cNvPr>
          <p:cNvCxnSpPr>
            <a:cxnSpLocks/>
            <a:endCxn id="58" idx="0"/>
          </p:cNvCxnSpPr>
          <p:nvPr/>
        </p:nvCxnSpPr>
        <p:spPr>
          <a:xfrm flipV="1">
            <a:off x="6056494" y="3195537"/>
            <a:ext cx="1007325" cy="4564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rc 109">
            <a:extLst>
              <a:ext uri="{FF2B5EF4-FFF2-40B4-BE49-F238E27FC236}">
                <a16:creationId xmlns:a16="http://schemas.microsoft.com/office/drawing/2014/main" id="{77D6F64C-5260-4D10-BFE1-80F678C6533B}"/>
              </a:ext>
            </a:extLst>
          </p:cNvPr>
          <p:cNvSpPr/>
          <p:nvPr/>
        </p:nvSpPr>
        <p:spPr>
          <a:xfrm>
            <a:off x="4958226" y="2714223"/>
            <a:ext cx="914400" cy="914400"/>
          </a:xfrm>
          <a:prstGeom prst="arc">
            <a:avLst>
              <a:gd name="adj1" fmla="val 288290"/>
              <a:gd name="adj2" fmla="val 197409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CE0ECAA-0B91-4CAD-90A0-2AFD9DC97BA0}"/>
              </a:ext>
            </a:extLst>
          </p:cNvPr>
          <p:cNvCxnSpPr>
            <a:cxnSpLocks/>
          </p:cNvCxnSpPr>
          <p:nvPr/>
        </p:nvCxnSpPr>
        <p:spPr>
          <a:xfrm flipV="1">
            <a:off x="4836969" y="3192815"/>
            <a:ext cx="1028723" cy="47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3F841B7-AEC5-4C32-A89E-E56EC752442A}"/>
              </a:ext>
            </a:extLst>
          </p:cNvPr>
          <p:cNvCxnSpPr>
            <a:cxnSpLocks/>
          </p:cNvCxnSpPr>
          <p:nvPr/>
        </p:nvCxnSpPr>
        <p:spPr>
          <a:xfrm flipV="1">
            <a:off x="4748864" y="3417150"/>
            <a:ext cx="1058113" cy="4792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1997C64-4C34-411B-8E0B-5BF6813B1C86}"/>
              </a:ext>
            </a:extLst>
          </p:cNvPr>
          <p:cNvCxnSpPr>
            <a:cxnSpLocks/>
            <a:endCxn id="89" idx="0"/>
          </p:cNvCxnSpPr>
          <p:nvPr/>
        </p:nvCxnSpPr>
        <p:spPr>
          <a:xfrm flipV="1">
            <a:off x="6007723" y="3593567"/>
            <a:ext cx="1014069" cy="448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7C11E92-151B-4668-9032-3F28B5E31805}"/>
              </a:ext>
            </a:extLst>
          </p:cNvPr>
          <p:cNvCxnSpPr>
            <a:stCxn id="89" idx="5"/>
            <a:endCxn id="89" idx="2"/>
          </p:cNvCxnSpPr>
          <p:nvPr/>
        </p:nvCxnSpPr>
        <p:spPr>
          <a:xfrm>
            <a:off x="4881077" y="3444398"/>
            <a:ext cx="4130167" cy="953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EB34537-B236-4FA0-9FD6-DFE5D5ED4E75}"/>
              </a:ext>
            </a:extLst>
          </p:cNvPr>
          <p:cNvCxnSpPr>
            <a:cxnSpLocks/>
          </p:cNvCxnSpPr>
          <p:nvPr/>
        </p:nvCxnSpPr>
        <p:spPr>
          <a:xfrm flipH="1">
            <a:off x="8228082" y="3429000"/>
            <a:ext cx="455102" cy="17651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B927ADA8-D634-4D5B-9587-89440C8616A5}"/>
              </a:ext>
            </a:extLst>
          </p:cNvPr>
          <p:cNvCxnSpPr>
            <a:stCxn id="89" idx="5"/>
            <a:endCxn id="88" idx="2"/>
          </p:cNvCxnSpPr>
          <p:nvPr/>
        </p:nvCxnSpPr>
        <p:spPr>
          <a:xfrm>
            <a:off x="4881077" y="3444398"/>
            <a:ext cx="3752890" cy="19760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23D0723-3463-4790-B9AF-E578E7077039}"/>
              </a:ext>
            </a:extLst>
          </p:cNvPr>
          <p:cNvCxnSpPr>
            <a:stCxn id="89" idx="5"/>
            <a:endCxn id="58" idx="2"/>
          </p:cNvCxnSpPr>
          <p:nvPr/>
        </p:nvCxnSpPr>
        <p:spPr>
          <a:xfrm flipV="1">
            <a:off x="4881077" y="3429558"/>
            <a:ext cx="4337848" cy="148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AC623809-65F1-4136-ADC5-93BC5B52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91" y="3327832"/>
            <a:ext cx="3530956" cy="2617136"/>
          </a:xfrm>
          <a:prstGeom prst="rect">
            <a:avLst/>
          </a:pr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BFC4E085-83C5-4E95-A56F-686755AC9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855" y="3407196"/>
            <a:ext cx="1332000" cy="1358761"/>
          </a:xfrm>
          <a:prstGeom prst="rect">
            <a:avLst/>
          </a:prstGeom>
          <a:ln>
            <a:noFill/>
          </a:ln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BDB62D6F-28DA-40D4-9604-EAD5CFB4DE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162" y="3459238"/>
            <a:ext cx="657225" cy="412061"/>
          </a:xfrm>
          <a:prstGeom prst="rect">
            <a:avLst/>
          </a:prstGeom>
        </p:spPr>
      </p:pic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5DF379B6-6D79-4B37-B229-2559B07C8A67}"/>
              </a:ext>
            </a:extLst>
          </p:cNvPr>
          <p:cNvCxnSpPr>
            <a:cxnSpLocks/>
          </p:cNvCxnSpPr>
          <p:nvPr/>
        </p:nvCxnSpPr>
        <p:spPr>
          <a:xfrm flipV="1">
            <a:off x="6556320" y="3192815"/>
            <a:ext cx="1324979" cy="625052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72720128-EA7F-4EDA-8002-52CAD3E765DA}"/>
              </a:ext>
            </a:extLst>
          </p:cNvPr>
          <p:cNvCxnSpPr>
            <a:cxnSpLocks/>
          </p:cNvCxnSpPr>
          <p:nvPr/>
        </p:nvCxnSpPr>
        <p:spPr>
          <a:xfrm flipV="1">
            <a:off x="8484429" y="3226942"/>
            <a:ext cx="2210869" cy="1042967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39DD1772-5639-4640-813E-BB65BA0239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7048" y="3407196"/>
            <a:ext cx="1318651" cy="135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040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Straight Connector 79" hidden="1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8CDD33C-E87A-4C0D-AABA-F29A89A56DF8}"/>
              </a:ext>
            </a:extLst>
          </p:cNvPr>
          <p:cNvGrpSpPr/>
          <p:nvPr/>
        </p:nvGrpSpPr>
        <p:grpSpPr>
          <a:xfrm>
            <a:off x="1139702" y="1762559"/>
            <a:ext cx="9299828" cy="4075136"/>
            <a:chOff x="4305812" y="1853999"/>
            <a:chExt cx="9299828" cy="4075136"/>
          </a:xfrm>
        </p:grpSpPr>
        <p:sp>
          <p:nvSpPr>
            <p:cNvPr id="88" name="Parallelogram 87">
              <a:extLst>
                <a:ext uri="{FF2B5EF4-FFF2-40B4-BE49-F238E27FC236}">
                  <a16:creationId xmlns:a16="http://schemas.microsoft.com/office/drawing/2014/main" id="{5F26B470-4070-4A4D-9591-E20F17BCDADB}"/>
                </a:ext>
              </a:extLst>
            </p:cNvPr>
            <p:cNvSpPr/>
            <p:nvPr/>
          </p:nvSpPr>
          <p:spPr>
            <a:xfrm rot="1671234">
              <a:off x="4305812" y="3985548"/>
              <a:ext cx="4908333" cy="889129"/>
            </a:xfrm>
            <a:prstGeom prst="parallelogram">
              <a:avLst>
                <a:gd name="adj" fmla="val 75267"/>
              </a:avLst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12693047-67EB-495A-9F22-0DACDB085A63}"/>
                </a:ext>
              </a:extLst>
            </p:cNvPr>
            <p:cNvSpPr/>
            <p:nvPr/>
          </p:nvSpPr>
          <p:spPr>
            <a:xfrm rot="16200000" flipV="1">
              <a:off x="5269647" y="2776555"/>
              <a:ext cx="2002275" cy="3781411"/>
            </a:xfrm>
            <a:prstGeom prst="triangle">
              <a:avLst>
                <a:gd name="adj" fmla="val 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88DC3CF-0821-46C8-B0A6-ED5A28EC5D16}"/>
                </a:ext>
              </a:extLst>
            </p:cNvPr>
            <p:cNvSpPr/>
            <p:nvPr/>
          </p:nvSpPr>
          <p:spPr>
            <a:xfrm>
              <a:off x="4400572" y="3195537"/>
              <a:ext cx="5326493" cy="468041"/>
            </a:xfrm>
            <a:prstGeom prst="parallelogram">
              <a:avLst>
                <a:gd name="adj" fmla="val 217135"/>
              </a:avLst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9534178-3884-4ADF-AB41-DCB44AA716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43752" y="3203835"/>
              <a:ext cx="767959" cy="362280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Arrow Connector 233">
              <a:extLst>
                <a:ext uri="{FF2B5EF4-FFF2-40B4-BE49-F238E27FC236}">
                  <a16:creationId xmlns:a16="http://schemas.microsoft.com/office/drawing/2014/main" id="{5DF379B6-6D79-4B37-B229-2559B07C8A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6320" y="2684346"/>
              <a:ext cx="2402826" cy="1133521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Arrow Connector 235">
              <a:extLst>
                <a:ext uri="{FF2B5EF4-FFF2-40B4-BE49-F238E27FC236}">
                  <a16:creationId xmlns:a16="http://schemas.microsoft.com/office/drawing/2014/main" id="{72720128-EA7F-4EDA-8002-52CAD3E765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84429" y="1853999"/>
              <a:ext cx="5121211" cy="241591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453BA00-7C80-4175-B977-1CF8A2A12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33987" y="3429000"/>
              <a:ext cx="657225" cy="46804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4035AA4-EC55-4FDD-ABAA-546A91F59C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31952" y="3407196"/>
              <a:ext cx="1288842" cy="138043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9F15E7D-B5A4-4CD6-B0EA-07C079470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19880" y="3359579"/>
              <a:ext cx="3466766" cy="2569556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52D039D-8A94-4801-9E5D-5D34E2C0AD83}"/>
              </a:ext>
            </a:extLst>
          </p:cNvPr>
          <p:cNvSpPr txBox="1"/>
          <p:nvPr/>
        </p:nvSpPr>
        <p:spPr>
          <a:xfrm>
            <a:off x="1550670" y="1642469"/>
            <a:ext cx="35658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Effect of Q-Slack on </a:t>
            </a:r>
          </a:p>
          <a:p>
            <a:pPr algn="ctr"/>
            <a:r>
              <a:rPr lang="en-GB" dirty="0"/>
              <a:t>Transverse Wave</a:t>
            </a:r>
            <a:endParaRPr lang="en-AU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945EF2-1527-46CB-B58E-6861B0B4C95E}"/>
              </a:ext>
            </a:extLst>
          </p:cNvPr>
          <p:cNvCxnSpPr>
            <a:cxnSpLocks/>
            <a:stCxn id="58" idx="5"/>
          </p:cNvCxnSpPr>
          <p:nvPr/>
        </p:nvCxnSpPr>
        <p:spPr>
          <a:xfrm flipV="1">
            <a:off x="1742602" y="1714500"/>
            <a:ext cx="8898728" cy="16236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3F14503-4BDD-4912-A80A-4C547D78C4EF}"/>
              </a:ext>
            </a:extLst>
          </p:cNvPr>
          <p:cNvSpPr/>
          <p:nvPr/>
        </p:nvSpPr>
        <p:spPr>
          <a:xfrm>
            <a:off x="1752470" y="3277209"/>
            <a:ext cx="95402" cy="9540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0123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08F3941E-F64D-4A53-B9D4-96EE59B43A19}"/>
              </a:ext>
            </a:extLst>
          </p:cNvPr>
          <p:cNvGrpSpPr/>
          <p:nvPr/>
        </p:nvGrpSpPr>
        <p:grpSpPr>
          <a:xfrm>
            <a:off x="2496330" y="97250"/>
            <a:ext cx="5718456" cy="5937757"/>
            <a:chOff x="2496330" y="97250"/>
            <a:chExt cx="5718456" cy="593775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B101584-4CE9-48FD-B99D-DD356D9DABEE}"/>
                </a:ext>
              </a:extLst>
            </p:cNvPr>
            <p:cNvSpPr txBox="1"/>
            <p:nvPr/>
          </p:nvSpPr>
          <p:spPr>
            <a:xfrm>
              <a:off x="3001834" y="4709585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AU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FCDE1BC-889A-4B8E-92C3-873EFE59CB62}"/>
                </a:ext>
              </a:extLst>
            </p:cNvPr>
            <p:cNvSpPr txBox="1"/>
            <p:nvPr/>
          </p:nvSpPr>
          <p:spPr>
            <a:xfrm>
              <a:off x="3111975" y="97250"/>
              <a:ext cx="413464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Time-and-Phase Lock at Boundary</a:t>
              </a:r>
              <a:br>
                <a:rPr lang="en-GB" dirty="0"/>
              </a:br>
              <a:r>
                <a:rPr lang="en-GB" dirty="0"/>
                <a:t>Due to loss of Q-slack</a:t>
              </a:r>
              <a:br>
                <a:rPr lang="en-GB" dirty="0"/>
              </a:br>
              <a:r>
                <a:rPr lang="en-GB" dirty="0"/>
                <a:t>in k-Domain</a:t>
              </a:r>
              <a:endParaRPr lang="en-AU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155DFBC-FB08-4996-8A7E-F3178A5AA448}"/>
                </a:ext>
              </a:extLst>
            </p:cNvPr>
            <p:cNvSpPr txBox="1"/>
            <p:nvPr/>
          </p:nvSpPr>
          <p:spPr>
            <a:xfrm>
              <a:off x="2924843" y="5436840"/>
              <a:ext cx="35485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Horizontal axis is in units or w=1/r</a:t>
              </a:r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4DCDD66-92B6-4CB9-BEA3-3ED197D6D0F5}"/>
                </a:ext>
              </a:extLst>
            </p:cNvPr>
            <p:cNvGrpSpPr/>
            <p:nvPr/>
          </p:nvGrpSpPr>
          <p:grpSpPr>
            <a:xfrm>
              <a:off x="2496330" y="1908809"/>
              <a:ext cx="3950471" cy="4126198"/>
              <a:chOff x="4001489" y="2129914"/>
              <a:chExt cx="2176227" cy="2273030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909335B-7D3B-4EF4-83F9-BC3DB5A82124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4975433" y="2450772"/>
                <a:ext cx="0" cy="978228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Arc 7">
                <a:extLst>
                  <a:ext uri="{FF2B5EF4-FFF2-40B4-BE49-F238E27FC236}">
                    <a16:creationId xmlns:a16="http://schemas.microsoft.com/office/drawing/2014/main" id="{A21F2297-5085-4D93-A4FD-193CB36AB508}"/>
                  </a:ext>
                </a:extLst>
              </p:cNvPr>
              <p:cNvSpPr/>
              <p:nvPr/>
            </p:nvSpPr>
            <p:spPr>
              <a:xfrm>
                <a:off x="4001489" y="2455056"/>
                <a:ext cx="1947888" cy="1947888"/>
              </a:xfrm>
              <a:prstGeom prst="arc">
                <a:avLst>
                  <a:gd name="adj1" fmla="val 16427315"/>
                  <a:gd name="adj2" fmla="val 15554"/>
                </a:avLst>
              </a:prstGeom>
              <a:noFill/>
              <a:ln w="38100">
                <a:solidFill>
                  <a:schemeClr val="accent1"/>
                </a:solidFill>
                <a:headEnd type="stealth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7EAAFD-07E2-41EA-8E9C-B57F6E855569}"/>
                  </a:ext>
                </a:extLst>
              </p:cNvPr>
              <p:cNvSpPr txBox="1"/>
              <p:nvPr/>
            </p:nvSpPr>
            <p:spPr>
              <a:xfrm>
                <a:off x="5285289" y="2602798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AU" dirty="0"/>
              </a:p>
            </p:txBody>
          </p:sp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651A3F2B-D95A-48FC-95A2-F09E220FA8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9988" y="2129914"/>
                <a:ext cx="0" cy="177442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57B086ED-C58B-477E-8336-B86A12FFE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4135" y="3429000"/>
                <a:ext cx="1603581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3E18047-9BF8-42E6-A1E3-A054AE000AC8}"/>
                  </a:ext>
                </a:extLst>
              </p:cNvPr>
              <p:cNvSpPr/>
              <p:nvPr/>
            </p:nvSpPr>
            <p:spPr>
              <a:xfrm>
                <a:off x="4901562" y="2376901"/>
                <a:ext cx="147742" cy="147742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0400D6CF-5486-4334-842D-EFA04D033DC4}"/>
                  </a:ext>
                </a:extLst>
              </p:cNvPr>
              <p:cNvCxnSpPr>
                <a:cxnSpLocks/>
                <a:stCxn id="8" idx="1"/>
                <a:endCxn id="8" idx="2"/>
              </p:cNvCxnSpPr>
              <p:nvPr/>
            </p:nvCxnSpPr>
            <p:spPr>
              <a:xfrm>
                <a:off x="4975433" y="3429000"/>
                <a:ext cx="973934" cy="4406"/>
              </a:xfrm>
              <a:prstGeom prst="straightConnector1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4F5E7B-1A0E-485D-A5ED-6C642BC63413}"/>
                </a:ext>
              </a:extLst>
            </p:cNvPr>
            <p:cNvSpPr txBox="1"/>
            <p:nvPr/>
          </p:nvSpPr>
          <p:spPr>
            <a:xfrm>
              <a:off x="6410801" y="3958455"/>
              <a:ext cx="18039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Tempo =  Q-slack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122883E-B4E8-4136-9636-993979FEFDED}"/>
                </a:ext>
              </a:extLst>
            </p:cNvPr>
            <p:cNvSpPr txBox="1"/>
            <p:nvPr/>
          </p:nvSpPr>
          <p:spPr>
            <a:xfrm>
              <a:off x="3584896" y="1528993"/>
              <a:ext cx="13788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Q-depth</a:t>
              </a:r>
              <a:endParaRPr lang="en-AU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4E68E5E-1BE8-4DFF-A8FE-DDE3DCFB1E57}"/>
                </a:ext>
              </a:extLst>
            </p:cNvPr>
            <p:cNvSpPr txBox="1"/>
            <p:nvPr/>
          </p:nvSpPr>
          <p:spPr>
            <a:xfrm>
              <a:off x="3756728" y="4267021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(0,0)</a:t>
              </a:r>
              <a:endParaRPr lang="en-AU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942C619-5548-4BAC-9084-635CE5BBD471}"/>
                </a:ext>
              </a:extLst>
            </p:cNvPr>
            <p:cNvSpPr txBox="1"/>
            <p:nvPr/>
          </p:nvSpPr>
          <p:spPr>
            <a:xfrm>
              <a:off x="5691803" y="4245991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(1,0)</a:t>
              </a:r>
              <a:endParaRPr lang="en-A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38CF033-D0F5-4F9A-82F4-FC9F5C01D0A0}"/>
                </a:ext>
              </a:extLst>
            </p:cNvPr>
            <p:cNvSpPr txBox="1"/>
            <p:nvPr/>
          </p:nvSpPr>
          <p:spPr>
            <a:xfrm>
              <a:off x="3570134" y="2306592"/>
              <a:ext cx="6530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(0,1)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1612985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384DBCA-1C57-4A4C-BAD5-B4FF19CE6EF0}"/>
              </a:ext>
            </a:extLst>
          </p:cNvPr>
          <p:cNvGrpSpPr/>
          <p:nvPr/>
        </p:nvGrpSpPr>
        <p:grpSpPr>
          <a:xfrm>
            <a:off x="514738" y="41178"/>
            <a:ext cx="12561892" cy="6386401"/>
            <a:chOff x="514738" y="41178"/>
            <a:chExt cx="12561892" cy="638640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A8E0841-A325-4868-A273-6CA4C62FC0F8}"/>
                </a:ext>
              </a:extLst>
            </p:cNvPr>
            <p:cNvCxnSpPr>
              <a:stCxn id="46" idx="0"/>
            </p:cNvCxnSpPr>
            <p:nvPr/>
          </p:nvCxnSpPr>
          <p:spPr>
            <a:xfrm flipH="1">
              <a:off x="2011559" y="2485171"/>
              <a:ext cx="200" cy="3166743"/>
            </a:xfrm>
            <a:prstGeom prst="line">
              <a:avLst/>
            </a:prstGeom>
            <a:ln w="190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23879D7-2087-4D50-A33A-4EC195852315}"/>
                </a:ext>
              </a:extLst>
            </p:cNvPr>
            <p:cNvSpPr/>
            <p:nvPr/>
          </p:nvSpPr>
          <p:spPr>
            <a:xfrm>
              <a:off x="1291589" y="945859"/>
              <a:ext cx="6892289" cy="4723002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4064B70-011D-49B0-B936-85BBB5801E14}"/>
                </a:ext>
              </a:extLst>
            </p:cNvPr>
            <p:cNvGrpSpPr/>
            <p:nvPr/>
          </p:nvGrpSpPr>
          <p:grpSpPr>
            <a:xfrm>
              <a:off x="514738" y="41178"/>
              <a:ext cx="12561892" cy="6052842"/>
              <a:chOff x="1954918" y="269778"/>
              <a:chExt cx="12561892" cy="6052842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F9EAF757-FD7D-4309-9B3D-D7E711FFEA27}"/>
                  </a:ext>
                </a:extLst>
              </p:cNvPr>
              <p:cNvGrpSpPr/>
              <p:nvPr/>
            </p:nvGrpSpPr>
            <p:grpSpPr>
              <a:xfrm>
                <a:off x="1954918" y="269778"/>
                <a:ext cx="12561892" cy="6052842"/>
                <a:chOff x="1954918" y="269778"/>
                <a:chExt cx="12561892" cy="6052842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C81DC566-657F-4037-BACC-82C09CAEAE9A}"/>
                    </a:ext>
                  </a:extLst>
                </p:cNvPr>
                <p:cNvSpPr/>
                <p:nvPr/>
              </p:nvSpPr>
              <p:spPr>
                <a:xfrm>
                  <a:off x="2136152" y="1174459"/>
                  <a:ext cx="1291904" cy="4723002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Boundary</a:t>
                  </a:r>
                  <a:endParaRPr lang="en-AU" dirty="0"/>
                </a:p>
              </p:txBody>
            </p:sp>
            <p:sp>
              <p:nvSpPr>
                <p:cNvPr id="14" name="Arc 13">
                  <a:extLst>
                    <a:ext uri="{FF2B5EF4-FFF2-40B4-BE49-F238E27FC236}">
                      <a16:creationId xmlns:a16="http://schemas.microsoft.com/office/drawing/2014/main" id="{F24A5022-5689-4574-9CE1-CC0723D1BD32}"/>
                    </a:ext>
                  </a:extLst>
                </p:cNvPr>
                <p:cNvSpPr/>
                <p:nvPr/>
              </p:nvSpPr>
              <p:spPr>
                <a:xfrm>
                  <a:off x="3451739" y="4903365"/>
                  <a:ext cx="11052818" cy="1419255"/>
                </a:xfrm>
                <a:prstGeom prst="arc">
                  <a:avLst>
                    <a:gd name="adj1" fmla="val 10786942"/>
                    <a:gd name="adj2" fmla="val 16086711"/>
                  </a:avLst>
                </a:prstGeom>
                <a:ln w="19050">
                  <a:solidFill>
                    <a:srgbClr val="7030A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96F4B3BC-5B30-45C3-8A76-56E7717C1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564880" y="1250169"/>
                  <a:ext cx="0" cy="4571581"/>
                </a:xfrm>
                <a:prstGeom prst="straightConnector1">
                  <a:avLst/>
                </a:prstGeom>
                <a:ln w="38100">
                  <a:solidFill>
                    <a:srgbClr val="92D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0D7EAAFD-07E2-41EA-8E9C-B57F6E8555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007084" y="2541514"/>
                      <a:ext cx="36176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oMath>
                        </m:oMathPara>
                      </a14:m>
                      <a:endParaRPr lang="en-AU" dirty="0"/>
                    </a:p>
                  </p:txBody>
                </p:sp>
              </mc:Choice>
              <mc:Fallback xmlns="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0D7EAAFD-07E2-41EA-8E9C-B57F6E8555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07084" y="2541514"/>
                      <a:ext cx="361766" cy="369332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A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2C359E4E-59FD-4967-B461-3351E8DF7C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07084" y="4027379"/>
                      <a:ext cx="361766" cy="3693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oMath>
                        </m:oMathPara>
                      </a14:m>
                      <a:endParaRPr lang="en-AU" dirty="0"/>
                    </a:p>
                  </p:txBody>
                </p:sp>
              </mc:Choice>
              <mc:Fallback xmlns=""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2C359E4E-59FD-4967-B461-3351E8DF7CE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07084" y="4027379"/>
                      <a:ext cx="361766" cy="36933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A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99FF513F-88B7-4403-B6E3-793C3AB02688}"/>
                    </a:ext>
                  </a:extLst>
                </p:cNvPr>
                <p:cNvCxnSpPr>
                  <a:stCxn id="40" idx="0"/>
                </p:cNvCxnSpPr>
                <p:nvPr/>
              </p:nvCxnSpPr>
              <p:spPr>
                <a:xfrm flipV="1">
                  <a:off x="7187967" y="2008744"/>
                  <a:ext cx="0" cy="532770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C1B1E8A1-2EC3-43AF-9AE5-33B43143534B}"/>
                    </a:ext>
                  </a:extLst>
                </p:cNvPr>
                <p:cNvCxnSpPr>
                  <a:stCxn id="40" idx="2"/>
                </p:cNvCxnSpPr>
                <p:nvPr/>
              </p:nvCxnSpPr>
              <p:spPr>
                <a:xfrm>
                  <a:off x="7187967" y="2910846"/>
                  <a:ext cx="0" cy="563874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95C9091A-5F25-4FB2-B146-F65C337EC15D}"/>
                    </a:ext>
                  </a:extLst>
                </p:cNvPr>
                <p:cNvCxnSpPr>
                  <a:stCxn id="41" idx="0"/>
                </p:cNvCxnSpPr>
                <p:nvPr/>
              </p:nvCxnSpPr>
              <p:spPr>
                <a:xfrm flipV="1">
                  <a:off x="7187967" y="3474720"/>
                  <a:ext cx="0" cy="552659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Arrow Connector 48">
                  <a:extLst>
                    <a:ext uri="{FF2B5EF4-FFF2-40B4-BE49-F238E27FC236}">
                      <a16:creationId xmlns:a16="http://schemas.microsoft.com/office/drawing/2014/main" id="{3E55B91B-DECB-4CD2-9A06-5C0F2C54200C}"/>
                    </a:ext>
                  </a:extLst>
                </p:cNvPr>
                <p:cNvCxnSpPr>
                  <a:stCxn id="41" idx="2"/>
                </p:cNvCxnSpPr>
                <p:nvPr/>
              </p:nvCxnSpPr>
              <p:spPr>
                <a:xfrm>
                  <a:off x="7187967" y="4396711"/>
                  <a:ext cx="0" cy="552374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FCDE1BC-889A-4B8E-92C3-873EFE59CB62}"/>
                    </a:ext>
                  </a:extLst>
                </p:cNvPr>
                <p:cNvSpPr txBox="1"/>
                <p:nvPr/>
              </p:nvSpPr>
              <p:spPr>
                <a:xfrm>
                  <a:off x="1954918" y="269778"/>
                  <a:ext cx="3704919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dirty="0"/>
                    <a:t>Time-and-Phase Lock at Boundary</a:t>
                  </a:r>
                  <a:br>
                    <a:rPr lang="en-GB" dirty="0"/>
                  </a:br>
                  <a:r>
                    <a:rPr lang="en-GB" dirty="0"/>
                    <a:t>Due to loss of Q-slack </a:t>
                  </a:r>
                  <a:br>
                    <a:rPr lang="en-GB" dirty="0"/>
                  </a:br>
                  <a:r>
                    <a:rPr lang="en-GB" dirty="0"/>
                    <a:t>in x-Domain</a:t>
                  </a:r>
                  <a:endParaRPr lang="en-AU" dirty="0"/>
                </a:p>
              </p:txBody>
            </p:sp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AE16264C-8B61-4C05-8B01-A984C45463BF}"/>
                    </a:ext>
                  </a:extLst>
                </p:cNvPr>
                <p:cNvSpPr/>
                <p:nvPr/>
              </p:nvSpPr>
              <p:spPr>
                <a:xfrm>
                  <a:off x="3451739" y="3435629"/>
                  <a:ext cx="11065071" cy="1501630"/>
                </a:xfrm>
                <a:prstGeom prst="arc">
                  <a:avLst>
                    <a:gd name="adj1" fmla="val 10803968"/>
                    <a:gd name="adj2" fmla="val 16086711"/>
                  </a:avLst>
                </a:prstGeom>
                <a:ln w="19050">
                  <a:solidFill>
                    <a:srgbClr val="7030A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46" name="Arc 45">
                  <a:extLst>
                    <a:ext uri="{FF2B5EF4-FFF2-40B4-BE49-F238E27FC236}">
                      <a16:creationId xmlns:a16="http://schemas.microsoft.com/office/drawing/2014/main" id="{213F1E32-72A2-4C1A-9D94-BE3C05DE1346}"/>
                    </a:ext>
                  </a:extLst>
                </p:cNvPr>
                <p:cNvSpPr/>
                <p:nvPr/>
              </p:nvSpPr>
              <p:spPr>
                <a:xfrm>
                  <a:off x="3451739" y="1969342"/>
                  <a:ext cx="11065071" cy="1501630"/>
                </a:xfrm>
                <a:prstGeom prst="arc">
                  <a:avLst>
                    <a:gd name="adj1" fmla="val 10803968"/>
                    <a:gd name="adj2" fmla="val 16086711"/>
                  </a:avLst>
                </a:prstGeom>
                <a:ln w="19050">
                  <a:solidFill>
                    <a:srgbClr val="7030A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</p:grp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BCEEF394-CFD5-4CE5-812C-0C51276D85B1}"/>
                  </a:ext>
                </a:extLst>
              </p:cNvPr>
              <p:cNvSpPr/>
              <p:nvPr/>
            </p:nvSpPr>
            <p:spPr>
              <a:xfrm>
                <a:off x="8924891" y="1840900"/>
                <a:ext cx="70458" cy="324672"/>
              </a:xfrm>
              <a:custGeom>
                <a:avLst/>
                <a:gdLst>
                  <a:gd name="connsiteX0" fmla="*/ 0 w 12879"/>
                  <a:gd name="connsiteY0" fmla="*/ 0 h 2305318"/>
                  <a:gd name="connsiteX1" fmla="*/ 12879 w 12879"/>
                  <a:gd name="connsiteY1" fmla="*/ 1017431 h 2305318"/>
                  <a:gd name="connsiteX2" fmla="*/ 12879 w 12879"/>
                  <a:gd name="connsiteY2" fmla="*/ 2305318 h 2305318"/>
                  <a:gd name="connsiteX3" fmla="*/ 12879 w 12879"/>
                  <a:gd name="connsiteY3" fmla="*/ 2305318 h 2305318"/>
                  <a:gd name="connsiteX0" fmla="*/ 0 w 25757"/>
                  <a:gd name="connsiteY0" fmla="*/ 0 h 2305318"/>
                  <a:gd name="connsiteX1" fmla="*/ 25757 w 25757"/>
                  <a:gd name="connsiteY1" fmla="*/ 463639 h 2305318"/>
                  <a:gd name="connsiteX2" fmla="*/ 12879 w 25757"/>
                  <a:gd name="connsiteY2" fmla="*/ 1017431 h 2305318"/>
                  <a:gd name="connsiteX3" fmla="*/ 12879 w 25757"/>
                  <a:gd name="connsiteY3" fmla="*/ 2305318 h 2305318"/>
                  <a:gd name="connsiteX4" fmla="*/ 12879 w 25757"/>
                  <a:gd name="connsiteY4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12879 w 38636"/>
                  <a:gd name="connsiteY1" fmla="*/ 1017431 h 2305318"/>
                  <a:gd name="connsiteX2" fmla="*/ 38636 w 38636"/>
                  <a:gd name="connsiteY2" fmla="*/ 1661375 h 2305318"/>
                  <a:gd name="connsiteX3" fmla="*/ 12879 w 38636"/>
                  <a:gd name="connsiteY3" fmla="*/ 2305318 h 2305318"/>
                  <a:gd name="connsiteX4" fmla="*/ 12879 w 38636"/>
                  <a:gd name="connsiteY4" fmla="*/ 2305318 h 2305318"/>
                  <a:gd name="connsiteX0" fmla="*/ 0 w 13833"/>
                  <a:gd name="connsiteY0" fmla="*/ 0 h 2305318"/>
                  <a:gd name="connsiteX1" fmla="*/ 12879 w 13833"/>
                  <a:gd name="connsiteY1" fmla="*/ 1017431 h 2305318"/>
                  <a:gd name="connsiteX2" fmla="*/ 12879 w 13833"/>
                  <a:gd name="connsiteY2" fmla="*/ 2305318 h 2305318"/>
                  <a:gd name="connsiteX3" fmla="*/ 12879 w 13833"/>
                  <a:gd name="connsiteY3" fmla="*/ 2305318 h 2305318"/>
                  <a:gd name="connsiteX0" fmla="*/ 253308 w 267141"/>
                  <a:gd name="connsiteY0" fmla="*/ 0 h 2305318"/>
                  <a:gd name="connsiteX1" fmla="*/ 266187 w 267141"/>
                  <a:gd name="connsiteY1" fmla="*/ 1017431 h 2305318"/>
                  <a:gd name="connsiteX2" fmla="*/ 266187 w 267141"/>
                  <a:gd name="connsiteY2" fmla="*/ 2305318 h 2305318"/>
                  <a:gd name="connsiteX3" fmla="*/ 266187 w 267141"/>
                  <a:gd name="connsiteY3" fmla="*/ 2305318 h 2305318"/>
                  <a:gd name="connsiteX0" fmla="*/ 297527 w 311360"/>
                  <a:gd name="connsiteY0" fmla="*/ 0 h 2305318"/>
                  <a:gd name="connsiteX1" fmla="*/ 310406 w 311360"/>
                  <a:gd name="connsiteY1" fmla="*/ 1017431 h 2305318"/>
                  <a:gd name="connsiteX2" fmla="*/ 310406 w 311360"/>
                  <a:gd name="connsiteY2" fmla="*/ 2305318 h 2305318"/>
                  <a:gd name="connsiteX3" fmla="*/ 310406 w 311360"/>
                  <a:gd name="connsiteY3" fmla="*/ 2305318 h 2305318"/>
                  <a:gd name="connsiteX0" fmla="*/ 297527 w 408667"/>
                  <a:gd name="connsiteY0" fmla="*/ 0 h 2305318"/>
                  <a:gd name="connsiteX1" fmla="*/ 310406 w 408667"/>
                  <a:gd name="connsiteY1" fmla="*/ 1017431 h 2305318"/>
                  <a:gd name="connsiteX2" fmla="*/ 310406 w 408667"/>
                  <a:gd name="connsiteY2" fmla="*/ 2305318 h 2305318"/>
                  <a:gd name="connsiteX3" fmla="*/ 310406 w 408667"/>
                  <a:gd name="connsiteY3" fmla="*/ 2305318 h 2305318"/>
                  <a:gd name="connsiteX0" fmla="*/ 297527 w 500279"/>
                  <a:gd name="connsiteY0" fmla="*/ 0 h 2305318"/>
                  <a:gd name="connsiteX1" fmla="*/ 310406 w 500279"/>
                  <a:gd name="connsiteY1" fmla="*/ 1017431 h 2305318"/>
                  <a:gd name="connsiteX2" fmla="*/ 310406 w 500279"/>
                  <a:gd name="connsiteY2" fmla="*/ 2305318 h 2305318"/>
                  <a:gd name="connsiteX3" fmla="*/ 310406 w 500279"/>
                  <a:gd name="connsiteY3" fmla="*/ 2305318 h 2305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0279" h="2305318">
                    <a:moveTo>
                      <a:pt x="297527" y="0"/>
                    </a:moveTo>
                    <a:cubicBezTo>
                      <a:pt x="-277730" y="609600"/>
                      <a:pt x="125808" y="704045"/>
                      <a:pt x="310406" y="1017431"/>
                    </a:cubicBezTo>
                    <a:cubicBezTo>
                      <a:pt x="531494" y="1363015"/>
                      <a:pt x="593741" y="1678546"/>
                      <a:pt x="310406" y="2305318"/>
                    </a:cubicBezTo>
                    <a:lnTo>
                      <a:pt x="310406" y="2305318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15485314-DEF5-4C98-AFAB-320BC1C17EA0}"/>
                  </a:ext>
                </a:extLst>
              </p:cNvPr>
              <p:cNvSpPr/>
              <p:nvPr/>
            </p:nvSpPr>
            <p:spPr>
              <a:xfrm>
                <a:off x="8917392" y="3260035"/>
                <a:ext cx="70458" cy="324672"/>
              </a:xfrm>
              <a:custGeom>
                <a:avLst/>
                <a:gdLst>
                  <a:gd name="connsiteX0" fmla="*/ 0 w 12879"/>
                  <a:gd name="connsiteY0" fmla="*/ 0 h 2305318"/>
                  <a:gd name="connsiteX1" fmla="*/ 12879 w 12879"/>
                  <a:gd name="connsiteY1" fmla="*/ 1017431 h 2305318"/>
                  <a:gd name="connsiteX2" fmla="*/ 12879 w 12879"/>
                  <a:gd name="connsiteY2" fmla="*/ 2305318 h 2305318"/>
                  <a:gd name="connsiteX3" fmla="*/ 12879 w 12879"/>
                  <a:gd name="connsiteY3" fmla="*/ 2305318 h 2305318"/>
                  <a:gd name="connsiteX0" fmla="*/ 0 w 25757"/>
                  <a:gd name="connsiteY0" fmla="*/ 0 h 2305318"/>
                  <a:gd name="connsiteX1" fmla="*/ 25757 w 25757"/>
                  <a:gd name="connsiteY1" fmla="*/ 463639 h 2305318"/>
                  <a:gd name="connsiteX2" fmla="*/ 12879 w 25757"/>
                  <a:gd name="connsiteY2" fmla="*/ 1017431 h 2305318"/>
                  <a:gd name="connsiteX3" fmla="*/ 12879 w 25757"/>
                  <a:gd name="connsiteY3" fmla="*/ 2305318 h 2305318"/>
                  <a:gd name="connsiteX4" fmla="*/ 12879 w 25757"/>
                  <a:gd name="connsiteY4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12879 w 38636"/>
                  <a:gd name="connsiteY1" fmla="*/ 1017431 h 2305318"/>
                  <a:gd name="connsiteX2" fmla="*/ 38636 w 38636"/>
                  <a:gd name="connsiteY2" fmla="*/ 1661375 h 2305318"/>
                  <a:gd name="connsiteX3" fmla="*/ 12879 w 38636"/>
                  <a:gd name="connsiteY3" fmla="*/ 2305318 h 2305318"/>
                  <a:gd name="connsiteX4" fmla="*/ 12879 w 38636"/>
                  <a:gd name="connsiteY4" fmla="*/ 2305318 h 2305318"/>
                  <a:gd name="connsiteX0" fmla="*/ 0 w 13833"/>
                  <a:gd name="connsiteY0" fmla="*/ 0 h 2305318"/>
                  <a:gd name="connsiteX1" fmla="*/ 12879 w 13833"/>
                  <a:gd name="connsiteY1" fmla="*/ 1017431 h 2305318"/>
                  <a:gd name="connsiteX2" fmla="*/ 12879 w 13833"/>
                  <a:gd name="connsiteY2" fmla="*/ 2305318 h 2305318"/>
                  <a:gd name="connsiteX3" fmla="*/ 12879 w 13833"/>
                  <a:gd name="connsiteY3" fmla="*/ 2305318 h 2305318"/>
                  <a:gd name="connsiteX0" fmla="*/ 253308 w 267141"/>
                  <a:gd name="connsiteY0" fmla="*/ 0 h 2305318"/>
                  <a:gd name="connsiteX1" fmla="*/ 266187 w 267141"/>
                  <a:gd name="connsiteY1" fmla="*/ 1017431 h 2305318"/>
                  <a:gd name="connsiteX2" fmla="*/ 266187 w 267141"/>
                  <a:gd name="connsiteY2" fmla="*/ 2305318 h 2305318"/>
                  <a:gd name="connsiteX3" fmla="*/ 266187 w 267141"/>
                  <a:gd name="connsiteY3" fmla="*/ 2305318 h 2305318"/>
                  <a:gd name="connsiteX0" fmla="*/ 297527 w 311360"/>
                  <a:gd name="connsiteY0" fmla="*/ 0 h 2305318"/>
                  <a:gd name="connsiteX1" fmla="*/ 310406 w 311360"/>
                  <a:gd name="connsiteY1" fmla="*/ 1017431 h 2305318"/>
                  <a:gd name="connsiteX2" fmla="*/ 310406 w 311360"/>
                  <a:gd name="connsiteY2" fmla="*/ 2305318 h 2305318"/>
                  <a:gd name="connsiteX3" fmla="*/ 310406 w 311360"/>
                  <a:gd name="connsiteY3" fmla="*/ 2305318 h 2305318"/>
                  <a:gd name="connsiteX0" fmla="*/ 297527 w 408667"/>
                  <a:gd name="connsiteY0" fmla="*/ 0 h 2305318"/>
                  <a:gd name="connsiteX1" fmla="*/ 310406 w 408667"/>
                  <a:gd name="connsiteY1" fmla="*/ 1017431 h 2305318"/>
                  <a:gd name="connsiteX2" fmla="*/ 310406 w 408667"/>
                  <a:gd name="connsiteY2" fmla="*/ 2305318 h 2305318"/>
                  <a:gd name="connsiteX3" fmla="*/ 310406 w 408667"/>
                  <a:gd name="connsiteY3" fmla="*/ 2305318 h 2305318"/>
                  <a:gd name="connsiteX0" fmla="*/ 297527 w 500279"/>
                  <a:gd name="connsiteY0" fmla="*/ 0 h 2305318"/>
                  <a:gd name="connsiteX1" fmla="*/ 310406 w 500279"/>
                  <a:gd name="connsiteY1" fmla="*/ 1017431 h 2305318"/>
                  <a:gd name="connsiteX2" fmla="*/ 310406 w 500279"/>
                  <a:gd name="connsiteY2" fmla="*/ 2305318 h 2305318"/>
                  <a:gd name="connsiteX3" fmla="*/ 310406 w 500279"/>
                  <a:gd name="connsiteY3" fmla="*/ 2305318 h 2305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0279" h="2305318">
                    <a:moveTo>
                      <a:pt x="297527" y="0"/>
                    </a:moveTo>
                    <a:cubicBezTo>
                      <a:pt x="-277730" y="609600"/>
                      <a:pt x="125808" y="704045"/>
                      <a:pt x="310406" y="1017431"/>
                    </a:cubicBezTo>
                    <a:cubicBezTo>
                      <a:pt x="531494" y="1363015"/>
                      <a:pt x="593741" y="1678546"/>
                      <a:pt x="310406" y="2305318"/>
                    </a:cubicBezTo>
                    <a:lnTo>
                      <a:pt x="310406" y="2305318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425658AC-144C-407E-8C6F-9EA5FB6C2485}"/>
                  </a:ext>
                </a:extLst>
              </p:cNvPr>
              <p:cNvSpPr/>
              <p:nvPr/>
            </p:nvSpPr>
            <p:spPr>
              <a:xfrm>
                <a:off x="8910445" y="4734460"/>
                <a:ext cx="70458" cy="324672"/>
              </a:xfrm>
              <a:custGeom>
                <a:avLst/>
                <a:gdLst>
                  <a:gd name="connsiteX0" fmla="*/ 0 w 12879"/>
                  <a:gd name="connsiteY0" fmla="*/ 0 h 2305318"/>
                  <a:gd name="connsiteX1" fmla="*/ 12879 w 12879"/>
                  <a:gd name="connsiteY1" fmla="*/ 1017431 h 2305318"/>
                  <a:gd name="connsiteX2" fmla="*/ 12879 w 12879"/>
                  <a:gd name="connsiteY2" fmla="*/ 2305318 h 2305318"/>
                  <a:gd name="connsiteX3" fmla="*/ 12879 w 12879"/>
                  <a:gd name="connsiteY3" fmla="*/ 2305318 h 2305318"/>
                  <a:gd name="connsiteX0" fmla="*/ 0 w 25757"/>
                  <a:gd name="connsiteY0" fmla="*/ 0 h 2305318"/>
                  <a:gd name="connsiteX1" fmla="*/ 25757 w 25757"/>
                  <a:gd name="connsiteY1" fmla="*/ 463639 h 2305318"/>
                  <a:gd name="connsiteX2" fmla="*/ 12879 w 25757"/>
                  <a:gd name="connsiteY2" fmla="*/ 1017431 h 2305318"/>
                  <a:gd name="connsiteX3" fmla="*/ 12879 w 25757"/>
                  <a:gd name="connsiteY3" fmla="*/ 2305318 h 2305318"/>
                  <a:gd name="connsiteX4" fmla="*/ 12879 w 25757"/>
                  <a:gd name="connsiteY4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12879 w 38636"/>
                  <a:gd name="connsiteY1" fmla="*/ 1017431 h 2305318"/>
                  <a:gd name="connsiteX2" fmla="*/ 38636 w 38636"/>
                  <a:gd name="connsiteY2" fmla="*/ 1661375 h 2305318"/>
                  <a:gd name="connsiteX3" fmla="*/ 12879 w 38636"/>
                  <a:gd name="connsiteY3" fmla="*/ 2305318 h 2305318"/>
                  <a:gd name="connsiteX4" fmla="*/ 12879 w 38636"/>
                  <a:gd name="connsiteY4" fmla="*/ 2305318 h 2305318"/>
                  <a:gd name="connsiteX0" fmla="*/ 0 w 13833"/>
                  <a:gd name="connsiteY0" fmla="*/ 0 h 2305318"/>
                  <a:gd name="connsiteX1" fmla="*/ 12879 w 13833"/>
                  <a:gd name="connsiteY1" fmla="*/ 1017431 h 2305318"/>
                  <a:gd name="connsiteX2" fmla="*/ 12879 w 13833"/>
                  <a:gd name="connsiteY2" fmla="*/ 2305318 h 2305318"/>
                  <a:gd name="connsiteX3" fmla="*/ 12879 w 13833"/>
                  <a:gd name="connsiteY3" fmla="*/ 2305318 h 2305318"/>
                  <a:gd name="connsiteX0" fmla="*/ 253308 w 267141"/>
                  <a:gd name="connsiteY0" fmla="*/ 0 h 2305318"/>
                  <a:gd name="connsiteX1" fmla="*/ 266187 w 267141"/>
                  <a:gd name="connsiteY1" fmla="*/ 1017431 h 2305318"/>
                  <a:gd name="connsiteX2" fmla="*/ 266187 w 267141"/>
                  <a:gd name="connsiteY2" fmla="*/ 2305318 h 2305318"/>
                  <a:gd name="connsiteX3" fmla="*/ 266187 w 267141"/>
                  <a:gd name="connsiteY3" fmla="*/ 2305318 h 2305318"/>
                  <a:gd name="connsiteX0" fmla="*/ 297527 w 311360"/>
                  <a:gd name="connsiteY0" fmla="*/ 0 h 2305318"/>
                  <a:gd name="connsiteX1" fmla="*/ 310406 w 311360"/>
                  <a:gd name="connsiteY1" fmla="*/ 1017431 h 2305318"/>
                  <a:gd name="connsiteX2" fmla="*/ 310406 w 311360"/>
                  <a:gd name="connsiteY2" fmla="*/ 2305318 h 2305318"/>
                  <a:gd name="connsiteX3" fmla="*/ 310406 w 311360"/>
                  <a:gd name="connsiteY3" fmla="*/ 2305318 h 2305318"/>
                  <a:gd name="connsiteX0" fmla="*/ 297527 w 408667"/>
                  <a:gd name="connsiteY0" fmla="*/ 0 h 2305318"/>
                  <a:gd name="connsiteX1" fmla="*/ 310406 w 408667"/>
                  <a:gd name="connsiteY1" fmla="*/ 1017431 h 2305318"/>
                  <a:gd name="connsiteX2" fmla="*/ 310406 w 408667"/>
                  <a:gd name="connsiteY2" fmla="*/ 2305318 h 2305318"/>
                  <a:gd name="connsiteX3" fmla="*/ 310406 w 408667"/>
                  <a:gd name="connsiteY3" fmla="*/ 2305318 h 2305318"/>
                  <a:gd name="connsiteX0" fmla="*/ 297527 w 500279"/>
                  <a:gd name="connsiteY0" fmla="*/ 0 h 2305318"/>
                  <a:gd name="connsiteX1" fmla="*/ 310406 w 500279"/>
                  <a:gd name="connsiteY1" fmla="*/ 1017431 h 2305318"/>
                  <a:gd name="connsiteX2" fmla="*/ 310406 w 500279"/>
                  <a:gd name="connsiteY2" fmla="*/ 2305318 h 2305318"/>
                  <a:gd name="connsiteX3" fmla="*/ 310406 w 500279"/>
                  <a:gd name="connsiteY3" fmla="*/ 2305318 h 2305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0279" h="2305318">
                    <a:moveTo>
                      <a:pt x="297527" y="0"/>
                    </a:moveTo>
                    <a:cubicBezTo>
                      <a:pt x="-277730" y="609600"/>
                      <a:pt x="125808" y="704045"/>
                      <a:pt x="310406" y="1017431"/>
                    </a:cubicBezTo>
                    <a:cubicBezTo>
                      <a:pt x="531494" y="1363015"/>
                      <a:pt x="593741" y="1678546"/>
                      <a:pt x="310406" y="2305318"/>
                    </a:cubicBezTo>
                    <a:lnTo>
                      <a:pt x="310406" y="2305318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3" name="Callout: Double Bent Line with Accent Bar 12">
              <a:extLst>
                <a:ext uri="{FF2B5EF4-FFF2-40B4-BE49-F238E27FC236}">
                  <a16:creationId xmlns:a16="http://schemas.microsoft.com/office/drawing/2014/main" id="{873C3053-E80E-494A-A5E2-4C4B092F8EEF}"/>
                </a:ext>
              </a:extLst>
            </p:cNvPr>
            <p:cNvSpPr/>
            <p:nvPr/>
          </p:nvSpPr>
          <p:spPr>
            <a:xfrm>
              <a:off x="5148300" y="228735"/>
              <a:ext cx="3035578" cy="671177"/>
            </a:xfrm>
            <a:prstGeom prst="accentCallout3">
              <a:avLst>
                <a:gd name="adj1" fmla="val 85598"/>
                <a:gd name="adj2" fmla="val 100417"/>
                <a:gd name="adj3" fmla="val 85871"/>
                <a:gd name="adj4" fmla="val 105706"/>
                <a:gd name="adj5" fmla="val 153599"/>
                <a:gd name="adj6" fmla="val 105705"/>
                <a:gd name="adj7" fmla="val 154340"/>
                <a:gd name="adj8" fmla="val 64518"/>
              </a:avLst>
            </a:prstGeom>
            <a:solidFill>
              <a:schemeClr val="bg2"/>
            </a:solidFill>
            <a:ln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GB" dirty="0">
                  <a:solidFill>
                    <a:schemeClr val="tx1"/>
                  </a:solidFill>
                </a:rPr>
                <a:t>Wave motion </a:t>
              </a:r>
              <a:br>
                <a:rPr lang="en-GB" dirty="0">
                  <a:solidFill>
                    <a:schemeClr val="tx1"/>
                  </a:solidFill>
                </a:rPr>
              </a:br>
              <a:r>
                <a:rPr lang="en-GB" dirty="0">
                  <a:solidFill>
                    <a:schemeClr val="tx1"/>
                  </a:solidFill>
                </a:rPr>
                <a:t>(Z axis – physical in X-domain)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16" name="Callout: Bent Line with Accent Bar 15">
              <a:extLst>
                <a:ext uri="{FF2B5EF4-FFF2-40B4-BE49-F238E27FC236}">
                  <a16:creationId xmlns:a16="http://schemas.microsoft.com/office/drawing/2014/main" id="{2DC6C3B8-C9BA-40C4-A3A4-6F1F0B00372E}"/>
                </a:ext>
              </a:extLst>
            </p:cNvPr>
            <p:cNvSpPr/>
            <p:nvPr/>
          </p:nvSpPr>
          <p:spPr>
            <a:xfrm>
              <a:off x="3647910" y="5733459"/>
              <a:ext cx="2388870" cy="694120"/>
            </a:xfrm>
            <a:prstGeom prst="accentCallout2">
              <a:avLst>
                <a:gd name="adj1" fmla="val 24473"/>
                <a:gd name="adj2" fmla="val 100350"/>
                <a:gd name="adj3" fmla="val 24750"/>
                <a:gd name="adj4" fmla="val 115253"/>
                <a:gd name="adj5" fmla="val -10488"/>
                <a:gd name="adj6" fmla="val 115260"/>
              </a:avLst>
            </a:prstGeom>
            <a:solidFill>
              <a:schemeClr val="bg2"/>
            </a:solidFill>
            <a:ln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GB" dirty="0">
                  <a:solidFill>
                    <a:schemeClr val="tx1"/>
                  </a:solidFill>
                </a:rPr>
                <a:t>X axis</a:t>
              </a:r>
              <a:br>
                <a:rPr lang="en-GB" dirty="0">
                  <a:solidFill>
                    <a:schemeClr val="tx1"/>
                  </a:solidFill>
                </a:rPr>
              </a:br>
              <a:r>
                <a:rPr lang="en-GB" dirty="0">
                  <a:solidFill>
                    <a:schemeClr val="tx1"/>
                  </a:solidFill>
                </a:rPr>
                <a:t> (physical in X-domain)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17" name="Callout: Bent Line with Accent Bar 16">
              <a:extLst>
                <a:ext uri="{FF2B5EF4-FFF2-40B4-BE49-F238E27FC236}">
                  <a16:creationId xmlns:a16="http://schemas.microsoft.com/office/drawing/2014/main" id="{8D1B9F73-3FF8-4D32-A372-4B6B3D8B8D4B}"/>
                </a:ext>
              </a:extLst>
            </p:cNvPr>
            <p:cNvSpPr/>
            <p:nvPr/>
          </p:nvSpPr>
          <p:spPr>
            <a:xfrm>
              <a:off x="3574109" y="2096753"/>
              <a:ext cx="1268236" cy="334042"/>
            </a:xfrm>
            <a:prstGeom prst="accentCallout2">
              <a:avLst>
                <a:gd name="adj1" fmla="val 20616"/>
                <a:gd name="adj2" fmla="val 680"/>
                <a:gd name="adj3" fmla="val 18750"/>
                <a:gd name="adj4" fmla="val -16667"/>
                <a:gd name="adj5" fmla="val -20947"/>
                <a:gd name="adj6" fmla="val -33148"/>
              </a:avLst>
            </a:prstGeom>
            <a:solidFill>
              <a:schemeClr val="accent3">
                <a:lumMod val="20000"/>
                <a:lumOff val="80000"/>
                <a:alpha val="86000"/>
              </a:schemeClr>
            </a:solidFill>
            <a:ln>
              <a:solidFill>
                <a:schemeClr val="accent1">
                  <a:shade val="50000"/>
                </a:schemeClr>
              </a:solidFill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/>
                  </a:solidFill>
                </a:rPr>
                <a:t>Wave Crest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39" name="Callout: Bent Line with Accent Bar 38">
              <a:extLst>
                <a:ext uri="{FF2B5EF4-FFF2-40B4-BE49-F238E27FC236}">
                  <a16:creationId xmlns:a16="http://schemas.microsoft.com/office/drawing/2014/main" id="{E001408F-7589-4FF8-9445-0CD63934049D}"/>
                </a:ext>
              </a:extLst>
            </p:cNvPr>
            <p:cNvSpPr/>
            <p:nvPr/>
          </p:nvSpPr>
          <p:spPr>
            <a:xfrm>
              <a:off x="3565494" y="3582005"/>
              <a:ext cx="1268236" cy="334042"/>
            </a:xfrm>
            <a:prstGeom prst="accentCallout2">
              <a:avLst>
                <a:gd name="adj1" fmla="val 20616"/>
                <a:gd name="adj2" fmla="val 680"/>
                <a:gd name="adj3" fmla="val 18750"/>
                <a:gd name="adj4" fmla="val -16667"/>
                <a:gd name="adj5" fmla="val -20947"/>
                <a:gd name="adj6" fmla="val -33148"/>
              </a:avLst>
            </a:prstGeom>
            <a:solidFill>
              <a:schemeClr val="accent3">
                <a:lumMod val="20000"/>
                <a:lumOff val="80000"/>
                <a:alpha val="86000"/>
              </a:schemeClr>
            </a:solidFill>
            <a:ln>
              <a:solidFill>
                <a:schemeClr val="accent1">
                  <a:shade val="50000"/>
                </a:schemeClr>
              </a:solidFill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/>
                  </a:solidFill>
                </a:rPr>
                <a:t>Wave Crest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42" name="Callout: Bent Line with Accent Bar 41">
              <a:extLst>
                <a:ext uri="{FF2B5EF4-FFF2-40B4-BE49-F238E27FC236}">
                  <a16:creationId xmlns:a16="http://schemas.microsoft.com/office/drawing/2014/main" id="{717B9642-7DD3-42E0-A384-5732D8577EED}"/>
                </a:ext>
              </a:extLst>
            </p:cNvPr>
            <p:cNvSpPr/>
            <p:nvPr/>
          </p:nvSpPr>
          <p:spPr>
            <a:xfrm>
              <a:off x="3565494" y="5013265"/>
              <a:ext cx="1268236" cy="334042"/>
            </a:xfrm>
            <a:prstGeom prst="accentCallout2">
              <a:avLst>
                <a:gd name="adj1" fmla="val 20616"/>
                <a:gd name="adj2" fmla="val 680"/>
                <a:gd name="adj3" fmla="val 18750"/>
                <a:gd name="adj4" fmla="val -16667"/>
                <a:gd name="adj5" fmla="val -20947"/>
                <a:gd name="adj6" fmla="val -33148"/>
              </a:avLst>
            </a:prstGeom>
            <a:solidFill>
              <a:schemeClr val="accent3">
                <a:lumMod val="20000"/>
                <a:lumOff val="80000"/>
                <a:alpha val="86000"/>
              </a:schemeClr>
            </a:solidFill>
            <a:ln>
              <a:solidFill>
                <a:schemeClr val="accent1">
                  <a:shade val="50000"/>
                </a:schemeClr>
              </a:solidFill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/>
                  </a:solidFill>
                </a:rPr>
                <a:t>Wave Crest</a:t>
              </a:r>
              <a:endParaRPr lang="en-AU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8240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32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E7D8D720-0218-4261-BD0C-FF7FD7A04E2E}"/>
              </a:ext>
            </a:extLst>
          </p:cNvPr>
          <p:cNvGrpSpPr/>
          <p:nvPr/>
        </p:nvGrpSpPr>
        <p:grpSpPr>
          <a:xfrm>
            <a:off x="-4675229" y="-709523"/>
            <a:ext cx="20776360" cy="8919751"/>
            <a:chOff x="-4675229" y="-709523"/>
            <a:chExt cx="20776360" cy="891975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7FA3C29-615A-43E7-9194-B0D6727D3772}"/>
                </a:ext>
              </a:extLst>
            </p:cNvPr>
            <p:cNvGrpSpPr/>
            <p:nvPr/>
          </p:nvGrpSpPr>
          <p:grpSpPr>
            <a:xfrm>
              <a:off x="3107506" y="1246135"/>
              <a:ext cx="11900842" cy="6325518"/>
              <a:chOff x="-664394" y="1700579"/>
              <a:chExt cx="11900842" cy="6325518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6A0FC2C-3E78-4DEA-9362-B790C376DA3D}"/>
                  </a:ext>
                </a:extLst>
              </p:cNvPr>
              <p:cNvSpPr/>
              <p:nvPr/>
            </p:nvSpPr>
            <p:spPr>
              <a:xfrm>
                <a:off x="1110867" y="170058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9" name="Parallelogram 28">
                <a:extLst>
                  <a:ext uri="{FF2B5EF4-FFF2-40B4-BE49-F238E27FC236}">
                    <a16:creationId xmlns:a16="http://schemas.microsoft.com/office/drawing/2014/main" id="{018A6C9A-369D-422C-944F-FA25CA48B296}"/>
                  </a:ext>
                </a:extLst>
              </p:cNvPr>
              <p:cNvSpPr/>
              <p:nvPr/>
            </p:nvSpPr>
            <p:spPr>
              <a:xfrm rot="5400000">
                <a:off x="4211125" y="990975"/>
                <a:ext cx="6315718" cy="7734925"/>
              </a:xfrm>
              <a:prstGeom prst="parallelogram">
                <a:avLst>
                  <a:gd name="adj" fmla="val 61081"/>
                </a:avLst>
              </a:prstGeom>
              <a:solidFill>
                <a:srgbClr val="7030A0">
                  <a:alpha val="22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Slope">
                <a:extLst>
                  <a:ext uri="{FF2B5EF4-FFF2-40B4-BE49-F238E27FC236}">
                    <a16:creationId xmlns:a16="http://schemas.microsoft.com/office/drawing/2014/main" id="{CCA16FE5-52A8-40E8-A5D3-D3EEE233E685}"/>
                  </a:ext>
                </a:extLst>
              </p:cNvPr>
              <p:cNvSpPr/>
              <p:nvPr/>
            </p:nvSpPr>
            <p:spPr>
              <a:xfrm flipH="1">
                <a:off x="1055278" y="1700579"/>
                <a:ext cx="10181169" cy="6315718"/>
              </a:xfrm>
              <a:prstGeom prst="parallelogram">
                <a:avLst>
                  <a:gd name="adj" fmla="val 122697"/>
                </a:avLst>
              </a:prstGeom>
              <a:pattFill prst="pct70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3" name="Parallelogram 12">
                <a:extLst>
                  <a:ext uri="{FF2B5EF4-FFF2-40B4-BE49-F238E27FC236}">
                    <a16:creationId xmlns:a16="http://schemas.microsoft.com/office/drawing/2014/main" id="{5B71B0CF-80B7-4FBB-86D8-BB902DB977BB}"/>
                  </a:ext>
                </a:extLst>
              </p:cNvPr>
              <p:cNvSpPr/>
              <p:nvPr/>
            </p:nvSpPr>
            <p:spPr>
              <a:xfrm rot="5400000">
                <a:off x="1798307" y="967348"/>
                <a:ext cx="6315719" cy="7801780"/>
              </a:xfrm>
              <a:prstGeom prst="parallelogram">
                <a:avLst>
                  <a:gd name="adj" fmla="val 61263"/>
                </a:avLst>
              </a:prstGeom>
              <a:solidFill>
                <a:srgbClr val="7030A0">
                  <a:alpha val="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0B1F6707-29D8-4660-ABB5-E41E91D02D97}"/>
                  </a:ext>
                </a:extLst>
              </p:cNvPr>
              <p:cNvGrpSpPr/>
              <p:nvPr/>
            </p:nvGrpSpPr>
            <p:grpSpPr>
              <a:xfrm>
                <a:off x="8845788" y="5591369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2D3FA1DD-72F4-4814-9809-39138B6D6736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rgbClr val="7030A0">
                    <a:alpha val="12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1339A7D4-CCDF-4DC8-AE83-A7BAF52CD0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81122" y="4436500"/>
                  <a:ext cx="2200275" cy="2195651"/>
                </a:xfrm>
                <a:prstGeom prst="rect">
                  <a:avLst/>
                </a:prstGeom>
              </p:spPr>
            </p:pic>
          </p:grpSp>
          <p:sp>
            <p:nvSpPr>
              <p:cNvPr id="16" name="Isosceles Triangle 15">
                <a:extLst>
                  <a:ext uri="{FF2B5EF4-FFF2-40B4-BE49-F238E27FC236}">
                    <a16:creationId xmlns:a16="http://schemas.microsoft.com/office/drawing/2014/main" id="{7F7EA422-D12A-41D8-A091-DB35068EE3A1}"/>
                  </a:ext>
                </a:extLst>
              </p:cNvPr>
              <p:cNvSpPr/>
              <p:nvPr/>
            </p:nvSpPr>
            <p:spPr>
              <a:xfrm rot="2340000" flipH="1" flipV="1">
                <a:off x="-664394" y="4641419"/>
                <a:ext cx="10020045" cy="1903203"/>
              </a:xfrm>
              <a:prstGeom prst="triangle">
                <a:avLst>
                  <a:gd name="adj" fmla="val 84615"/>
                </a:avLst>
              </a:prstGeom>
              <a:pattFill prst="pct40">
                <a:fgClr>
                  <a:schemeClr val="tx1">
                    <a:lumMod val="65000"/>
                    <a:lumOff val="3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2F21BAE-18A2-4DFE-ACE6-DC65C8527D8E}"/>
                  </a:ext>
                </a:extLst>
              </p:cNvPr>
              <p:cNvGrpSpPr/>
              <p:nvPr/>
            </p:nvGrpSpPr>
            <p:grpSpPr>
              <a:xfrm>
                <a:off x="4950532" y="3646583"/>
                <a:ext cx="2390660" cy="1189820"/>
                <a:chOff x="9198328" y="4296576"/>
                <a:chExt cx="2390660" cy="2434728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700E430-F6E5-4F09-95E3-AA2EB3DA7694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B2188E7-61D5-47EC-B5D4-6CD58B96B0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73091" y="4395728"/>
                  <a:ext cx="2241134" cy="2236424"/>
                </a:xfrm>
                <a:prstGeom prst="rect">
                  <a:avLst/>
                </a:prstGeom>
              </p:spPr>
            </p:pic>
          </p:grpSp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F0D1029-69F3-408E-9B64-60906E0F025A}"/>
                  </a:ext>
                </a:extLst>
              </p:cNvPr>
              <p:cNvGrpSpPr/>
              <p:nvPr/>
            </p:nvGrpSpPr>
            <p:grpSpPr>
              <a:xfrm flipV="1">
                <a:off x="1741812" y="2060154"/>
                <a:ext cx="2390660" cy="212710"/>
                <a:chOff x="1954968" y="0"/>
                <a:chExt cx="2390660" cy="2434728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242F7AF8-6442-4194-95D2-9019302E92F8}"/>
                    </a:ext>
                  </a:extLst>
                </p:cNvPr>
                <p:cNvSpPr/>
                <p:nvPr/>
              </p:nvSpPr>
              <p:spPr>
                <a:xfrm>
                  <a:off x="1954968" y="0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456BE81B-90F1-478A-8080-130397093B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029731" y="99152"/>
                  <a:ext cx="2241134" cy="2236424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04DEE4D-30A9-4FB0-88D1-4ED8A64893CA}"/>
                </a:ext>
              </a:extLst>
            </p:cNvPr>
            <p:cNvGrpSpPr/>
            <p:nvPr/>
          </p:nvGrpSpPr>
          <p:grpSpPr>
            <a:xfrm>
              <a:off x="-4675229" y="-709523"/>
              <a:ext cx="11900843" cy="8285307"/>
              <a:chOff x="-664394" y="-259210"/>
              <a:chExt cx="11900843" cy="8285307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1352EB-F9B5-45BF-9DD5-68F0BD8F5DAF}"/>
                  </a:ext>
                </a:extLst>
              </p:cNvPr>
              <p:cNvSpPr/>
              <p:nvPr/>
            </p:nvSpPr>
            <p:spPr>
              <a:xfrm>
                <a:off x="1110867" y="170058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2" name="Parallelogram 21">
                <a:extLst>
                  <a:ext uri="{FF2B5EF4-FFF2-40B4-BE49-F238E27FC236}">
                    <a16:creationId xmlns:a16="http://schemas.microsoft.com/office/drawing/2014/main" id="{C87A7E30-E043-44E4-B05F-7A1C0F21C485}"/>
                  </a:ext>
                </a:extLst>
              </p:cNvPr>
              <p:cNvSpPr/>
              <p:nvPr/>
            </p:nvSpPr>
            <p:spPr>
              <a:xfrm rot="5400000">
                <a:off x="4211128" y="990975"/>
                <a:ext cx="6315718" cy="7734925"/>
              </a:xfrm>
              <a:prstGeom prst="parallelogram">
                <a:avLst>
                  <a:gd name="adj" fmla="val 61081"/>
                </a:avLst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3" name="Slope">
                <a:extLst>
                  <a:ext uri="{FF2B5EF4-FFF2-40B4-BE49-F238E27FC236}">
                    <a16:creationId xmlns:a16="http://schemas.microsoft.com/office/drawing/2014/main" id="{B761A940-B507-4FFC-BB8E-8A4720FF3E82}"/>
                  </a:ext>
                </a:extLst>
              </p:cNvPr>
              <p:cNvSpPr/>
              <p:nvPr/>
            </p:nvSpPr>
            <p:spPr>
              <a:xfrm flipH="1">
                <a:off x="1055278" y="1700579"/>
                <a:ext cx="10181169" cy="6315718"/>
              </a:xfrm>
              <a:prstGeom prst="parallelogram">
                <a:avLst>
                  <a:gd name="adj" fmla="val 122697"/>
                </a:avLst>
              </a:prstGeom>
              <a:pattFill prst="pct70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Parallelogram 23">
                <a:extLst>
                  <a:ext uri="{FF2B5EF4-FFF2-40B4-BE49-F238E27FC236}">
                    <a16:creationId xmlns:a16="http://schemas.microsoft.com/office/drawing/2014/main" id="{BFB43E5C-C5BF-4537-9B53-AD7A8D49186F}"/>
                  </a:ext>
                </a:extLst>
              </p:cNvPr>
              <p:cNvSpPr/>
              <p:nvPr/>
            </p:nvSpPr>
            <p:spPr>
              <a:xfrm rot="5400000">
                <a:off x="1798307" y="967348"/>
                <a:ext cx="6315719" cy="7801780"/>
              </a:xfrm>
              <a:prstGeom prst="parallelogram">
                <a:avLst>
                  <a:gd name="adj" fmla="val 61263"/>
                </a:avLst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FF318423-C25D-4DA2-9B68-8C1BD8347E38}"/>
                  </a:ext>
                </a:extLst>
              </p:cNvPr>
              <p:cNvGrpSpPr/>
              <p:nvPr/>
            </p:nvGrpSpPr>
            <p:grpSpPr>
              <a:xfrm>
                <a:off x="8845788" y="5591369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64ECD14-81B8-4AC2-915B-9352B717DBAC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6" name="Picture 35">
                  <a:extLst>
                    <a:ext uri="{FF2B5EF4-FFF2-40B4-BE49-F238E27FC236}">
                      <a16:creationId xmlns:a16="http://schemas.microsoft.com/office/drawing/2014/main" id="{24B0D97A-089B-42A8-BDFB-84C5971765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81122" y="4395728"/>
                  <a:ext cx="2241134" cy="2236424"/>
                </a:xfrm>
                <a:prstGeom prst="rect">
                  <a:avLst/>
                </a:prstGeom>
              </p:spPr>
            </p:pic>
          </p:grpSp>
          <p:sp>
            <p:nvSpPr>
              <p:cNvPr id="26" name="Isosceles Triangle 25">
                <a:extLst>
                  <a:ext uri="{FF2B5EF4-FFF2-40B4-BE49-F238E27FC236}">
                    <a16:creationId xmlns:a16="http://schemas.microsoft.com/office/drawing/2014/main" id="{67B3FCBB-1A68-44BE-9BA2-46422D1F7183}"/>
                  </a:ext>
                </a:extLst>
              </p:cNvPr>
              <p:cNvSpPr/>
              <p:nvPr/>
            </p:nvSpPr>
            <p:spPr>
              <a:xfrm rot="2340000" flipH="1" flipV="1">
                <a:off x="-664394" y="4641419"/>
                <a:ext cx="10020045" cy="1903203"/>
              </a:xfrm>
              <a:prstGeom prst="triangle">
                <a:avLst>
                  <a:gd name="adj" fmla="val 84615"/>
                </a:avLst>
              </a:prstGeom>
              <a:pattFill prst="pct40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D3849D6D-28F1-42E8-B2F6-D036410D31F3}"/>
                  </a:ext>
                </a:extLst>
              </p:cNvPr>
              <p:cNvGrpSpPr/>
              <p:nvPr/>
            </p:nvGrpSpPr>
            <p:grpSpPr>
              <a:xfrm>
                <a:off x="4950532" y="2401675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357D27AC-CAED-43C6-9AE7-54089AD12512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3758D1E2-F5CB-41A0-9B62-F405CAB9F6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73091" y="4395728"/>
                  <a:ext cx="2241134" cy="2236424"/>
                </a:xfrm>
                <a:prstGeom prst="rect">
                  <a:avLst/>
                </a:prstGeom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427E74C-DE74-4513-B7AB-F393FABF768C}"/>
                  </a:ext>
                </a:extLst>
              </p:cNvPr>
              <p:cNvGrpSpPr/>
              <p:nvPr/>
            </p:nvGrpSpPr>
            <p:grpSpPr>
              <a:xfrm>
                <a:off x="1652703" y="-259210"/>
                <a:ext cx="2390660" cy="2434728"/>
                <a:chOff x="1954968" y="0"/>
                <a:chExt cx="2390660" cy="2434728"/>
              </a:xfrm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6CE35247-9713-4901-BFC7-F71DE9C66584}"/>
                    </a:ext>
                  </a:extLst>
                </p:cNvPr>
                <p:cNvSpPr/>
                <p:nvPr/>
              </p:nvSpPr>
              <p:spPr>
                <a:xfrm>
                  <a:off x="1954968" y="0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2" name="Picture 31">
                  <a:extLst>
                    <a:ext uri="{FF2B5EF4-FFF2-40B4-BE49-F238E27FC236}">
                      <a16:creationId xmlns:a16="http://schemas.microsoft.com/office/drawing/2014/main" id="{1D911841-4A53-4C04-9A65-79C5859F03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029731" y="99152"/>
                  <a:ext cx="2241134" cy="2236424"/>
                </a:xfrm>
                <a:prstGeom prst="rect">
                  <a:avLst/>
                </a:prstGeom>
              </p:spPr>
            </p:pic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68F5949-94F3-4C59-9461-69A076AAAA3C}"/>
                </a:ext>
              </a:extLst>
            </p:cNvPr>
            <p:cNvSpPr txBox="1"/>
            <p:nvPr/>
          </p:nvSpPr>
          <p:spPr>
            <a:xfrm>
              <a:off x="4758800" y="7840896"/>
              <a:ext cx="24000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Water – Incompressible</a:t>
              </a:r>
              <a:endParaRPr lang="en-AU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EEFF41A-8E87-4949-82EA-09196203D97A}"/>
                </a:ext>
              </a:extLst>
            </p:cNvPr>
            <p:cNvSpPr txBox="1"/>
            <p:nvPr/>
          </p:nvSpPr>
          <p:spPr>
            <a:xfrm>
              <a:off x="12628957" y="7822843"/>
              <a:ext cx="22672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Energy - Compressible</a:t>
              </a:r>
              <a:endParaRPr lang="en-AU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8097543-0FA3-4714-9BCA-DA8FB1DDB450}"/>
                </a:ext>
              </a:extLst>
            </p:cNvPr>
            <p:cNvSpPr txBox="1"/>
            <p:nvPr/>
          </p:nvSpPr>
          <p:spPr>
            <a:xfrm>
              <a:off x="-3403165" y="894865"/>
              <a:ext cx="1069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Shoreline</a:t>
              </a:r>
              <a:endParaRPr lang="en-AU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8C31B0-9F3E-47DA-ACFD-515C0267A4D8}"/>
                </a:ext>
              </a:extLst>
            </p:cNvPr>
            <p:cNvSpPr txBox="1"/>
            <p:nvPr/>
          </p:nvSpPr>
          <p:spPr>
            <a:xfrm>
              <a:off x="-2174592" y="3401174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D60E422-5A2C-4431-8102-B325BBA99ADA}"/>
                </a:ext>
              </a:extLst>
            </p:cNvPr>
            <p:cNvSpPr txBox="1"/>
            <p:nvPr/>
          </p:nvSpPr>
          <p:spPr>
            <a:xfrm>
              <a:off x="6092337" y="3574270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2BDD2C88-3FAC-4449-91BA-F85CDCC02C23}"/>
                </a:ext>
              </a:extLst>
            </p:cNvPr>
            <p:cNvSpPr/>
            <p:nvPr/>
          </p:nvSpPr>
          <p:spPr>
            <a:xfrm flipV="1">
              <a:off x="4874982" y="1260063"/>
              <a:ext cx="10133366" cy="3871191"/>
            </a:xfrm>
            <a:prstGeom prst="parallelogram">
              <a:avLst>
                <a:gd name="adj" fmla="val 200464"/>
              </a:avLst>
            </a:prstGeom>
            <a:solidFill>
              <a:schemeClr val="bg1">
                <a:lumMod val="50000"/>
                <a:alpha val="63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42ECBCB-E16D-4F81-A93E-2F2D1AAD79A3}"/>
                </a:ext>
              </a:extLst>
            </p:cNvPr>
            <p:cNvSpPr txBox="1"/>
            <p:nvPr/>
          </p:nvSpPr>
          <p:spPr>
            <a:xfrm>
              <a:off x="12358140" y="4532686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6A1757B-8391-4813-9422-BD17E57D1616}"/>
                </a:ext>
              </a:extLst>
            </p:cNvPr>
            <p:cNvSpPr txBox="1"/>
            <p:nvPr/>
          </p:nvSpPr>
          <p:spPr>
            <a:xfrm>
              <a:off x="5290612" y="827225"/>
              <a:ext cx="13364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Zero Q-slack</a:t>
              </a:r>
              <a:endParaRPr lang="en-AU" dirty="0"/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3C98F61-CF33-4DAD-A001-E67C1F0635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25282" y="507841"/>
              <a:ext cx="7210417" cy="588979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B365690E-A8AC-4567-A50D-A73ADD247E96}"/>
                </a:ext>
              </a:extLst>
            </p:cNvPr>
            <p:cNvCxnSpPr>
              <a:cxnSpLocks/>
              <a:endCxn id="39" idx="3"/>
            </p:cNvCxnSpPr>
            <p:nvPr/>
          </p:nvCxnSpPr>
          <p:spPr>
            <a:xfrm flipH="1" flipV="1">
              <a:off x="6061493" y="1260063"/>
              <a:ext cx="7739126" cy="5147368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311163-6E23-46B4-B0FD-24BE016D6618}"/>
                </a:ext>
              </a:extLst>
            </p:cNvPr>
            <p:cNvSpPr txBox="1"/>
            <p:nvPr/>
          </p:nvSpPr>
          <p:spPr>
            <a:xfrm flipH="1">
              <a:off x="6048977" y="6212967"/>
              <a:ext cx="22411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Wave movement</a:t>
              </a:r>
              <a:endParaRPr lang="en-AU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1BE667A-6A10-4818-BE66-51A82F95AE72}"/>
                </a:ext>
              </a:extLst>
            </p:cNvPr>
            <p:cNvSpPr txBox="1"/>
            <p:nvPr/>
          </p:nvSpPr>
          <p:spPr>
            <a:xfrm flipH="1">
              <a:off x="13859997" y="6222765"/>
              <a:ext cx="22411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Wave movement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DC24B8B-341F-4135-BA0C-D2C4467A4B04}"/>
              </a:ext>
            </a:extLst>
          </p:cNvPr>
          <p:cNvSpPr txBox="1"/>
          <p:nvPr/>
        </p:nvSpPr>
        <p:spPr>
          <a:xfrm>
            <a:off x="720090" y="594360"/>
            <a:ext cx="32555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Comparison of Q-slack effect for </a:t>
            </a:r>
          </a:p>
          <a:p>
            <a:pPr algn="ctr"/>
            <a:r>
              <a:rPr lang="en-GB" dirty="0"/>
              <a:t>Water and Energy waves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50695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0" name="Straight Connector 339" hidden="1">
            <a:extLst>
              <a:ext uri="{FF2B5EF4-FFF2-40B4-BE49-F238E27FC236}">
                <a16:creationId xmlns:a16="http://schemas.microsoft.com/office/drawing/2014/main" id="{56EAF4ED-76BB-42A6-B651-6C2E2D477933}"/>
              </a:ext>
            </a:extLst>
          </p:cNvPr>
          <p:cNvCxnSpPr>
            <a:stCxn id="296" idx="2"/>
          </p:cNvCxnSpPr>
          <p:nvPr/>
        </p:nvCxnSpPr>
        <p:spPr>
          <a:xfrm>
            <a:off x="8604659" y="2300245"/>
            <a:ext cx="50061" cy="3109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Group 420">
            <a:extLst>
              <a:ext uri="{FF2B5EF4-FFF2-40B4-BE49-F238E27FC236}">
                <a16:creationId xmlns:a16="http://schemas.microsoft.com/office/drawing/2014/main" id="{2D061E4E-A280-4374-BDDB-6B8428DCC151}"/>
              </a:ext>
            </a:extLst>
          </p:cNvPr>
          <p:cNvGrpSpPr/>
          <p:nvPr/>
        </p:nvGrpSpPr>
        <p:grpSpPr>
          <a:xfrm>
            <a:off x="6198579" y="588827"/>
            <a:ext cx="5648539" cy="5170412"/>
            <a:chOff x="6198579" y="588827"/>
            <a:chExt cx="5648539" cy="5170412"/>
          </a:xfrm>
        </p:grpSpPr>
        <p:grpSp>
          <p:nvGrpSpPr>
            <p:cNvPr id="390" name="Group 389">
              <a:extLst>
                <a:ext uri="{FF2B5EF4-FFF2-40B4-BE49-F238E27FC236}">
                  <a16:creationId xmlns:a16="http://schemas.microsoft.com/office/drawing/2014/main" id="{F66E7823-22D9-433B-8EA5-CD3039D34D5B}"/>
                </a:ext>
              </a:extLst>
            </p:cNvPr>
            <p:cNvGrpSpPr/>
            <p:nvPr/>
          </p:nvGrpSpPr>
          <p:grpSpPr>
            <a:xfrm>
              <a:off x="6198579" y="588827"/>
              <a:ext cx="5648539" cy="5170412"/>
              <a:chOff x="6198579" y="588827"/>
              <a:chExt cx="5648539" cy="5170412"/>
            </a:xfrm>
          </p:grpSpPr>
          <p:grpSp>
            <p:nvGrpSpPr>
              <p:cNvPr id="317" name="Group 316">
                <a:extLst>
                  <a:ext uri="{FF2B5EF4-FFF2-40B4-BE49-F238E27FC236}">
                    <a16:creationId xmlns:a16="http://schemas.microsoft.com/office/drawing/2014/main" id="{9C84CABA-B603-4F28-98B3-0FD08F828A11}"/>
                  </a:ext>
                </a:extLst>
              </p:cNvPr>
              <p:cNvGrpSpPr/>
              <p:nvPr/>
            </p:nvGrpSpPr>
            <p:grpSpPr>
              <a:xfrm>
                <a:off x="6198579" y="588827"/>
                <a:ext cx="5648539" cy="5170412"/>
                <a:chOff x="6198579" y="576127"/>
                <a:chExt cx="5648539" cy="5170412"/>
              </a:xfrm>
            </p:grpSpPr>
            <p:grpSp>
              <p:nvGrpSpPr>
                <p:cNvPr id="315" name="Group 314">
                  <a:extLst>
                    <a:ext uri="{FF2B5EF4-FFF2-40B4-BE49-F238E27FC236}">
                      <a16:creationId xmlns:a16="http://schemas.microsoft.com/office/drawing/2014/main" id="{C46B26C9-8372-4D57-A402-72E39BD49E5D}"/>
                    </a:ext>
                  </a:extLst>
                </p:cNvPr>
                <p:cNvGrpSpPr/>
                <p:nvPr/>
              </p:nvGrpSpPr>
              <p:grpSpPr>
                <a:xfrm>
                  <a:off x="6198579" y="576127"/>
                  <a:ext cx="5648539" cy="2439848"/>
                  <a:chOff x="3449181" y="738656"/>
                  <a:chExt cx="5648539" cy="2439848"/>
                </a:xfrm>
              </p:grpSpPr>
              <p:grpSp>
                <p:nvGrpSpPr>
                  <p:cNvPr id="311" name="Group 310">
                    <a:extLst>
                      <a:ext uri="{FF2B5EF4-FFF2-40B4-BE49-F238E27FC236}">
                        <a16:creationId xmlns:a16="http://schemas.microsoft.com/office/drawing/2014/main" id="{28766C07-FA08-424C-858F-83D0B06900DD}"/>
                      </a:ext>
                    </a:extLst>
                  </p:cNvPr>
                  <p:cNvGrpSpPr/>
                  <p:nvPr/>
                </p:nvGrpSpPr>
                <p:grpSpPr>
                  <a:xfrm>
                    <a:off x="3449181" y="738656"/>
                    <a:ext cx="4588482" cy="1912776"/>
                    <a:chOff x="351430" y="4784396"/>
                    <a:chExt cx="4588482" cy="1912776"/>
                  </a:xfrm>
                </p:grpSpPr>
                <p:pic>
                  <p:nvPicPr>
                    <p:cNvPr id="5" name="Picture 4">
                      <a:extLst>
                        <a:ext uri="{FF2B5EF4-FFF2-40B4-BE49-F238E27FC236}">
                          <a16:creationId xmlns:a16="http://schemas.microsoft.com/office/drawing/2014/main" id="{AE78EDAC-D29D-4268-94C5-F9105D96A48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68700" y="4784396"/>
                      <a:ext cx="4571212" cy="1912776"/>
                    </a:xfrm>
                    <a:prstGeom prst="rect">
                      <a:avLst/>
                    </a:prstGeom>
                    <a:solidFill>
                      <a:srgbClr val="7030A0"/>
                    </a:solidFill>
                  </p:spPr>
                </p:pic>
                <p:grpSp>
                  <p:nvGrpSpPr>
                    <p:cNvPr id="264" name="Group 263">
                      <a:extLst>
                        <a:ext uri="{FF2B5EF4-FFF2-40B4-BE49-F238E27FC236}">
                          <a16:creationId xmlns:a16="http://schemas.microsoft.com/office/drawing/2014/main" id="{0F120FB9-4C66-43C6-B514-83BE11D7E7F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430" y="5391827"/>
                      <a:ext cx="4571212" cy="644487"/>
                      <a:chOff x="883449" y="194715"/>
                      <a:chExt cx="4034233" cy="3594317"/>
                    </a:xfrm>
                  </p:grpSpPr>
                  <p:sp>
                    <p:nvSpPr>
                      <p:cNvPr id="265" name="Trapezoid 264">
                        <a:extLst>
                          <a:ext uri="{FF2B5EF4-FFF2-40B4-BE49-F238E27FC236}">
                            <a16:creationId xmlns:a16="http://schemas.microsoft.com/office/drawing/2014/main" id="{C8097D34-8015-46ED-B3C5-C53142319C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3449" y="194715"/>
                        <a:ext cx="4034233" cy="3594317"/>
                      </a:xfrm>
                      <a:prstGeom prst="trapezoid">
                        <a:avLst>
                          <a:gd name="adj" fmla="val 183511"/>
                        </a:avLst>
                      </a:prstGeom>
                      <a:solidFill>
                        <a:srgbClr val="FFFF00">
                          <a:alpha val="19000"/>
                        </a:srgbClr>
                      </a:solidFill>
                      <a:ln>
                        <a:solidFill>
                          <a:srgbClr val="002060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/>
                      </a:p>
                    </p:txBody>
                  </p:sp>
                  <p:cxnSp>
                    <p:nvCxnSpPr>
                      <p:cNvPr id="267" name="Straight Connector 266" hidden="1">
                        <a:extLst>
                          <a:ext uri="{FF2B5EF4-FFF2-40B4-BE49-F238E27FC236}">
                            <a16:creationId xmlns:a16="http://schemas.microsoft.com/office/drawing/2014/main" id="{4FE1BAFE-4461-429A-9201-8E70088F913F}"/>
                          </a:ext>
                        </a:extLst>
                      </p:cNvPr>
                      <p:cNvCxnSpPr>
                        <a:stCxn id="265" idx="0"/>
                        <a:endCxn id="265" idx="2"/>
                      </p:cNvCxnSpPr>
                      <p:nvPr/>
                    </p:nvCxnSpPr>
                    <p:spPr>
                      <a:xfrm>
                        <a:off x="2900566" y="194715"/>
                        <a:ext cx="0" cy="3594317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68" name="Straight Connector 267" hidden="1">
                        <a:extLst>
                          <a:ext uri="{FF2B5EF4-FFF2-40B4-BE49-F238E27FC236}">
                            <a16:creationId xmlns:a16="http://schemas.microsoft.com/office/drawing/2014/main" id="{E2B37D29-5655-4A6D-AF8A-F0CE8E1D9573}"/>
                          </a:ext>
                        </a:extLst>
                      </p:cNvPr>
                      <p:cNvCxnSpPr>
                        <a:stCxn id="265" idx="1"/>
                        <a:endCxn id="265" idx="3"/>
                      </p:cNvCxnSpPr>
                      <p:nvPr/>
                    </p:nvCxnSpPr>
                    <p:spPr>
                      <a:xfrm>
                        <a:off x="1405335" y="1991876"/>
                        <a:ext cx="2990461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296" name="Arc 295">
                    <a:extLst>
                      <a:ext uri="{FF2B5EF4-FFF2-40B4-BE49-F238E27FC236}">
                        <a16:creationId xmlns:a16="http://schemas.microsoft.com/office/drawing/2014/main" id="{3F509A09-88C1-48C0-A444-F74A54602599}"/>
                      </a:ext>
                    </a:extLst>
                  </p:cNvPr>
                  <p:cNvSpPr/>
                  <p:nvPr/>
                </p:nvSpPr>
                <p:spPr>
                  <a:xfrm flipH="1">
                    <a:off x="5855261" y="1721644"/>
                    <a:ext cx="3242459" cy="1456860"/>
                  </a:xfrm>
                  <a:prstGeom prst="arc">
                    <a:avLst>
                      <a:gd name="adj1" fmla="val 16040573"/>
                      <a:gd name="adj2" fmla="val 0"/>
                    </a:avLst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</p:grpSp>
            <p:grpSp>
              <p:nvGrpSpPr>
                <p:cNvPr id="316" name="Group 315">
                  <a:extLst>
                    <a:ext uri="{FF2B5EF4-FFF2-40B4-BE49-F238E27FC236}">
                      <a16:creationId xmlns:a16="http://schemas.microsoft.com/office/drawing/2014/main" id="{712026F2-5C4C-4CC0-B18F-FD4F3956EC3F}"/>
                    </a:ext>
                  </a:extLst>
                </p:cNvPr>
                <p:cNvGrpSpPr/>
                <p:nvPr/>
              </p:nvGrpSpPr>
              <p:grpSpPr>
                <a:xfrm>
                  <a:off x="6853881" y="4289679"/>
                  <a:ext cx="4970566" cy="1456860"/>
                  <a:chOff x="6853881" y="4975479"/>
                  <a:chExt cx="4970566" cy="1456860"/>
                </a:xfrm>
              </p:grpSpPr>
              <p:sp>
                <p:nvSpPr>
                  <p:cNvPr id="314" name="Arc 313">
                    <a:extLst>
                      <a:ext uri="{FF2B5EF4-FFF2-40B4-BE49-F238E27FC236}">
                        <a16:creationId xmlns:a16="http://schemas.microsoft.com/office/drawing/2014/main" id="{E490AE9D-11E2-4562-ABF1-4ADB1E7A4A7A}"/>
                      </a:ext>
                    </a:extLst>
                  </p:cNvPr>
                  <p:cNvSpPr/>
                  <p:nvPr/>
                </p:nvSpPr>
                <p:spPr>
                  <a:xfrm flipH="1">
                    <a:off x="8581988" y="4975479"/>
                    <a:ext cx="3242459" cy="1456860"/>
                  </a:xfrm>
                  <a:prstGeom prst="arc">
                    <a:avLst>
                      <a:gd name="adj1" fmla="val 16040573"/>
                      <a:gd name="adj2" fmla="val 0"/>
                    </a:avLst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  <p:sp>
                <p:nvSpPr>
                  <p:cNvPr id="232" name="Trapezoid 231">
                    <a:extLst>
                      <a:ext uri="{FF2B5EF4-FFF2-40B4-BE49-F238E27FC236}">
                        <a16:creationId xmlns:a16="http://schemas.microsoft.com/office/drawing/2014/main" id="{2C3B0275-8404-4DEF-BB54-F710F50CBCC9}"/>
                      </a:ext>
                    </a:extLst>
                  </p:cNvPr>
                  <p:cNvSpPr/>
                  <p:nvPr/>
                </p:nvSpPr>
                <p:spPr>
                  <a:xfrm rot="19740000">
                    <a:off x="6853881" y="5125576"/>
                    <a:ext cx="4034233" cy="303700"/>
                  </a:xfrm>
                  <a:prstGeom prst="trapezoid">
                    <a:avLst>
                      <a:gd name="adj" fmla="val 119761"/>
                    </a:avLst>
                  </a:prstGeom>
                  <a:solidFill>
                    <a:schemeClr val="bg1">
                      <a:lumMod val="50000"/>
                      <a:alpha val="31000"/>
                    </a:schemeClr>
                  </a:solidFill>
                  <a:ln>
                    <a:solidFill>
                      <a:schemeClr val="tx1">
                        <a:lumMod val="50000"/>
                        <a:lumOff val="50000"/>
                        <a:alpha val="94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pic>
                <p:nvPicPr>
                  <p:cNvPr id="233" name="Picture 232">
                    <a:extLst>
                      <a:ext uri="{FF2B5EF4-FFF2-40B4-BE49-F238E27FC236}">
                        <a16:creationId xmlns:a16="http://schemas.microsoft.com/office/drawing/2014/main" id="{29866CCE-2FF9-451E-8162-F324B980592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 rot="19740000">
                    <a:off x="7427801" y="5149888"/>
                    <a:ext cx="2895851" cy="24468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cxnSp>
                <p:nvCxnSpPr>
                  <p:cNvPr id="234" name="Straight Connector 233" hidden="1">
                    <a:extLst>
                      <a:ext uri="{FF2B5EF4-FFF2-40B4-BE49-F238E27FC236}">
                        <a16:creationId xmlns:a16="http://schemas.microsoft.com/office/drawing/2014/main" id="{27D280D7-5AB9-487A-979F-8BA8F2767BF1}"/>
                      </a:ext>
                    </a:extLst>
                  </p:cNvPr>
                  <p:cNvCxnSpPr>
                    <a:stCxn id="232" idx="0"/>
                    <a:endCxn id="232" idx="2"/>
                  </p:cNvCxnSpPr>
                  <p:nvPr/>
                </p:nvCxnSpPr>
                <p:spPr>
                  <a:xfrm>
                    <a:off x="8792789" y="5147265"/>
                    <a:ext cx="156417" cy="260322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 hidden="1">
                    <a:extLst>
                      <a:ext uri="{FF2B5EF4-FFF2-40B4-BE49-F238E27FC236}">
                        <a16:creationId xmlns:a16="http://schemas.microsoft.com/office/drawing/2014/main" id="{43A974DD-C18E-442D-ACE2-012B4FDB4ADA}"/>
                      </a:ext>
                    </a:extLst>
                  </p:cNvPr>
                  <p:cNvCxnSpPr>
                    <a:stCxn id="233" idx="0"/>
                  </p:cNvCxnSpPr>
                  <p:nvPr/>
                </p:nvCxnSpPr>
                <p:spPr>
                  <a:xfrm>
                    <a:off x="8812716" y="5167362"/>
                    <a:ext cx="135157" cy="205737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35" name="Straight Connector 234">
                  <a:extLst>
                    <a:ext uri="{FF2B5EF4-FFF2-40B4-BE49-F238E27FC236}">
                      <a16:creationId xmlns:a16="http://schemas.microsoft.com/office/drawing/2014/main" id="{AF5DA8A2-F42E-4C39-9739-69B3F0D05D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859386" y="1885013"/>
                  <a:ext cx="14365" cy="2701416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Straight Connector 278">
                  <a:extLst>
                    <a:ext uri="{FF2B5EF4-FFF2-40B4-BE49-F238E27FC236}">
                      <a16:creationId xmlns:a16="http://schemas.microsoft.com/office/drawing/2014/main" id="{8CA1DE1A-FCC6-4C17-A16F-88B776F086BE}"/>
                    </a:ext>
                  </a:extLst>
                </p:cNvPr>
                <p:cNvCxnSpPr>
                  <a:cxnSpLocks/>
                  <a:stCxn id="233" idx="1"/>
                  <a:endCxn id="286" idx="1"/>
                </p:cNvCxnSpPr>
                <p:nvPr/>
              </p:nvCxnSpPr>
              <p:spPr>
                <a:xfrm flipV="1">
                  <a:off x="7634612" y="2842177"/>
                  <a:ext cx="26782" cy="2489990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Straight Connector 280">
                  <a:extLst>
                    <a:ext uri="{FF2B5EF4-FFF2-40B4-BE49-F238E27FC236}">
                      <a16:creationId xmlns:a16="http://schemas.microsoft.com/office/drawing/2014/main" id="{2F07DFCB-5C49-45A0-8148-AABD68727064}"/>
                    </a:ext>
                  </a:extLst>
                </p:cNvPr>
                <p:cNvCxnSpPr>
                  <a:cxnSpLocks/>
                  <a:stCxn id="233" idx="3"/>
                  <a:endCxn id="286" idx="3"/>
                </p:cNvCxnSpPr>
                <p:nvPr/>
              </p:nvCxnSpPr>
              <p:spPr>
                <a:xfrm flipH="1" flipV="1">
                  <a:off x="10090058" y="2842177"/>
                  <a:ext cx="26783" cy="998516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F3508A61-D60E-464B-B1EC-DD8B877BAB4E}"/>
                    </a:ext>
                  </a:extLst>
                </p:cNvPr>
                <p:cNvGrpSpPr/>
                <p:nvPr/>
              </p:nvGrpSpPr>
              <p:grpSpPr>
                <a:xfrm>
                  <a:off x="7221917" y="2520635"/>
                  <a:ext cx="3293258" cy="644487"/>
                  <a:chOff x="1402442" y="88483"/>
                  <a:chExt cx="2906400" cy="3594317"/>
                </a:xfrm>
              </p:grpSpPr>
              <p:pic>
                <p:nvPicPr>
                  <p:cNvPr id="286" name="Picture 285">
                    <a:extLst>
                      <a:ext uri="{FF2B5EF4-FFF2-40B4-BE49-F238E27FC236}">
                        <a16:creationId xmlns:a16="http://schemas.microsoft.com/office/drawing/2014/main" id="{E2C9C842-1871-4DC7-AFDD-13D801499F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790294" y="977482"/>
                    <a:ext cx="2143370" cy="1808494"/>
                  </a:xfrm>
                  <a:prstGeom prst="rect">
                    <a:avLst/>
                  </a:prstGeom>
                  <a:noFill/>
                </p:spPr>
              </p:pic>
              <p:cxnSp>
                <p:nvCxnSpPr>
                  <p:cNvPr id="287" name="Straight Connector 286" hidden="1">
                    <a:extLst>
                      <a:ext uri="{FF2B5EF4-FFF2-40B4-BE49-F238E27FC236}">
                        <a16:creationId xmlns:a16="http://schemas.microsoft.com/office/drawing/2014/main" id="{2604D4C9-761E-43C8-889F-9FA21C9525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855642" y="88483"/>
                    <a:ext cx="0" cy="3594317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 hidden="1">
                    <a:extLst>
                      <a:ext uri="{FF2B5EF4-FFF2-40B4-BE49-F238E27FC236}">
                        <a16:creationId xmlns:a16="http://schemas.microsoft.com/office/drawing/2014/main" id="{ACA8873C-3FDA-4081-862A-AA8F23C2A3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02442" y="1885644"/>
                    <a:ext cx="29064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F14AC824-C3EB-4FC5-8E11-DE3C9A76FB7D}"/>
                      </a:ext>
                    </a:extLst>
                  </p:cNvPr>
                  <p:cNvCxnSpPr>
                    <a:cxnSpLocks/>
                    <a:stCxn id="286" idx="1"/>
                    <a:endCxn id="286" idx="3"/>
                  </p:cNvCxnSpPr>
                  <p:nvPr/>
                </p:nvCxnSpPr>
                <p:spPr>
                  <a:xfrm>
                    <a:off x="1790294" y="1881729"/>
                    <a:ext cx="2143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4" name="Group 303">
                  <a:extLst>
                    <a:ext uri="{FF2B5EF4-FFF2-40B4-BE49-F238E27FC236}">
                      <a16:creationId xmlns:a16="http://schemas.microsoft.com/office/drawing/2014/main" id="{C7A0826D-16D5-484B-A770-B821FB46B0F4}"/>
                    </a:ext>
                  </a:extLst>
                </p:cNvPr>
                <p:cNvGrpSpPr/>
                <p:nvPr/>
              </p:nvGrpSpPr>
              <p:grpSpPr>
                <a:xfrm>
                  <a:off x="6213716" y="2520635"/>
                  <a:ext cx="4571212" cy="644487"/>
                  <a:chOff x="558417" y="194715"/>
                  <a:chExt cx="4034233" cy="3594317"/>
                </a:xfrm>
              </p:grpSpPr>
              <p:cxnSp>
                <p:nvCxnSpPr>
                  <p:cNvPr id="306" name="Straight Connector 305" hidden="1">
                    <a:extLst>
                      <a:ext uri="{FF2B5EF4-FFF2-40B4-BE49-F238E27FC236}">
                        <a16:creationId xmlns:a16="http://schemas.microsoft.com/office/drawing/2014/main" id="{B25541E4-A76B-40B8-954F-DBCA89293563}"/>
                      </a:ext>
                    </a:extLst>
                  </p:cNvPr>
                  <p:cNvCxnSpPr>
                    <a:stCxn id="305" idx="0"/>
                    <a:endCxn id="305" idx="2"/>
                  </p:cNvCxnSpPr>
                  <p:nvPr/>
                </p:nvCxnSpPr>
                <p:spPr>
                  <a:xfrm>
                    <a:off x="2575533" y="194715"/>
                    <a:ext cx="0" cy="3594317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7" name="Straight Connector 306" hidden="1">
                    <a:extLst>
                      <a:ext uri="{FF2B5EF4-FFF2-40B4-BE49-F238E27FC236}">
                        <a16:creationId xmlns:a16="http://schemas.microsoft.com/office/drawing/2014/main" id="{2919B90C-D5B7-4444-B168-EE1FB46BE1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004149" y="1991876"/>
                    <a:ext cx="1807137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5" name="Trapezoid 304">
                    <a:extLst>
                      <a:ext uri="{FF2B5EF4-FFF2-40B4-BE49-F238E27FC236}">
                        <a16:creationId xmlns:a16="http://schemas.microsoft.com/office/drawing/2014/main" id="{929AC237-1DA1-4AE4-A000-BC562A8ACD31}"/>
                      </a:ext>
                    </a:extLst>
                  </p:cNvPr>
                  <p:cNvSpPr/>
                  <p:nvPr/>
                </p:nvSpPr>
                <p:spPr>
                  <a:xfrm>
                    <a:off x="558417" y="194715"/>
                    <a:ext cx="4034233" cy="3594317"/>
                  </a:xfrm>
                  <a:prstGeom prst="trapezoid">
                    <a:avLst>
                      <a:gd name="adj" fmla="val 183511"/>
                    </a:avLst>
                  </a:prstGeom>
                  <a:solidFill>
                    <a:srgbClr val="FFFF00">
                      <a:alpha val="20000"/>
                    </a:srgbClr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</p:grpSp>
          </p:grpSp>
          <p:cxnSp>
            <p:nvCxnSpPr>
              <p:cNvPr id="377" name="Straight Arrow Connector 376">
                <a:extLst>
                  <a:ext uri="{FF2B5EF4-FFF2-40B4-BE49-F238E27FC236}">
                    <a16:creationId xmlns:a16="http://schemas.microsoft.com/office/drawing/2014/main" id="{7B859F27-7E97-4DFB-A3BE-B10F8CF6C1F1}"/>
                  </a:ext>
                </a:extLst>
              </p:cNvPr>
              <p:cNvCxnSpPr>
                <a:cxnSpLocks/>
                <a:stCxn id="233" idx="1"/>
              </p:cNvCxnSpPr>
              <p:nvPr/>
            </p:nvCxnSpPr>
            <p:spPr>
              <a:xfrm flipV="1">
                <a:off x="7634612" y="1894374"/>
                <a:ext cx="1224774" cy="3450493"/>
              </a:xfrm>
              <a:prstGeom prst="straightConnector1">
                <a:avLst/>
              </a:prstGeom>
              <a:ln>
                <a:solidFill>
                  <a:srgbClr val="00B0F0"/>
                </a:solidFill>
                <a:prstDash val="lg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A71B5696-9F06-4D5D-851C-3F52CFAC8433}"/>
                  </a:ext>
                </a:extLst>
              </p:cNvPr>
              <p:cNvCxnSpPr>
                <a:cxnSpLocks/>
                <a:stCxn id="233" idx="3"/>
              </p:cNvCxnSpPr>
              <p:nvPr/>
            </p:nvCxnSpPr>
            <p:spPr>
              <a:xfrm flipH="1" flipV="1">
                <a:off x="8882917" y="1927264"/>
                <a:ext cx="1233924" cy="1926129"/>
              </a:xfrm>
              <a:prstGeom prst="line">
                <a:avLst/>
              </a:prstGeom>
              <a:ln>
                <a:solidFill>
                  <a:srgbClr val="00B0F0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Arrow Connector 382">
                <a:extLst>
                  <a:ext uri="{FF2B5EF4-FFF2-40B4-BE49-F238E27FC236}">
                    <a16:creationId xmlns:a16="http://schemas.microsoft.com/office/drawing/2014/main" id="{72D785D6-386A-4AF9-B798-0387DB6F4D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34611" y="1927254"/>
                <a:ext cx="1199411" cy="947299"/>
              </a:xfrm>
              <a:prstGeom prst="straightConnector1">
                <a:avLst/>
              </a:prstGeom>
              <a:ln>
                <a:solidFill>
                  <a:srgbClr val="00B0F0"/>
                </a:solidFill>
                <a:prstDash val="lg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800821FA-8F94-469B-AB5E-706F484D5E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863969" y="1977968"/>
                <a:ext cx="1193409" cy="890125"/>
              </a:xfrm>
              <a:prstGeom prst="line">
                <a:avLst/>
              </a:prstGeom>
              <a:ln>
                <a:solidFill>
                  <a:srgbClr val="00B0F0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6" name="TextBox 415">
              <a:extLst>
                <a:ext uri="{FF2B5EF4-FFF2-40B4-BE49-F238E27FC236}">
                  <a16:creationId xmlns:a16="http://schemas.microsoft.com/office/drawing/2014/main" id="{04CE0ACB-1B39-4E6C-9C6C-93F6BB9A9F36}"/>
                </a:ext>
              </a:extLst>
            </p:cNvPr>
            <p:cNvSpPr txBox="1"/>
            <p:nvPr/>
          </p:nvSpPr>
          <p:spPr>
            <a:xfrm>
              <a:off x="8700631" y="1742588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sp>
          <p:nvSpPr>
            <p:cNvPr id="417" name="TextBox 416">
              <a:extLst>
                <a:ext uri="{FF2B5EF4-FFF2-40B4-BE49-F238E27FC236}">
                  <a16:creationId xmlns:a16="http://schemas.microsoft.com/office/drawing/2014/main" id="{0C9AB774-3A22-4758-8A8C-9752C5F08A4B}"/>
                </a:ext>
              </a:extLst>
            </p:cNvPr>
            <p:cNvSpPr txBox="1"/>
            <p:nvPr/>
          </p:nvSpPr>
          <p:spPr>
            <a:xfrm>
              <a:off x="8736308" y="2644948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0D952438-130A-47F4-90EA-F8F96377D4F8}"/>
                </a:ext>
              </a:extLst>
            </p:cNvPr>
            <p:cNvSpPr txBox="1"/>
            <p:nvPr/>
          </p:nvSpPr>
          <p:spPr>
            <a:xfrm>
              <a:off x="8740891" y="4409950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3487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F120FB9-4C66-43C6-B514-83BE11D7E7F7}"/>
              </a:ext>
            </a:extLst>
          </p:cNvPr>
          <p:cNvGrpSpPr/>
          <p:nvPr/>
        </p:nvGrpSpPr>
        <p:grpSpPr>
          <a:xfrm>
            <a:off x="6236876" y="939801"/>
            <a:ext cx="4561123" cy="661011"/>
            <a:chOff x="926448" y="-193838"/>
            <a:chExt cx="3994919" cy="4501627"/>
          </a:xfrm>
          <a:solidFill>
            <a:schemeClr val="tx2">
              <a:lumMod val="20000"/>
              <a:lumOff val="80000"/>
              <a:alpha val="57000"/>
            </a:schemeClr>
          </a:solidFill>
        </p:grpSpPr>
        <p:sp>
          <p:nvSpPr>
            <p:cNvPr id="265" name="Trapezoid 264">
              <a:extLst>
                <a:ext uri="{FF2B5EF4-FFF2-40B4-BE49-F238E27FC236}">
                  <a16:creationId xmlns:a16="http://schemas.microsoft.com/office/drawing/2014/main" id="{C8097D34-8015-46ED-B3C5-C53142319C97}"/>
                </a:ext>
              </a:extLst>
            </p:cNvPr>
            <p:cNvSpPr/>
            <p:nvPr/>
          </p:nvSpPr>
          <p:spPr>
            <a:xfrm>
              <a:off x="926448" y="-193838"/>
              <a:ext cx="3994919" cy="4501627"/>
            </a:xfrm>
            <a:prstGeom prst="trapezoid">
              <a:avLst>
                <a:gd name="adj" fmla="val 18351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4FE1BAFE-4461-429A-9201-8E70088F913F}"/>
                </a:ext>
              </a:extLst>
            </p:cNvPr>
            <p:cNvCxnSpPr>
              <a:cxnSpLocks/>
              <a:stCxn id="265" idx="0"/>
              <a:endCxn id="265" idx="2"/>
            </p:cNvCxnSpPr>
            <p:nvPr/>
          </p:nvCxnSpPr>
          <p:spPr>
            <a:xfrm>
              <a:off x="2923908" y="-193838"/>
              <a:ext cx="0" cy="4501627"/>
            </a:xfrm>
            <a:prstGeom prst="line">
              <a:avLst/>
            </a:prstGeom>
            <a:grpFill/>
            <a:ln>
              <a:solidFill>
                <a:srgbClr val="002060">
                  <a:alpha val="99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1A97CE88-D330-43CC-BCD3-DD7DE994AECF}"/>
              </a:ext>
            </a:extLst>
          </p:cNvPr>
          <p:cNvGrpSpPr/>
          <p:nvPr/>
        </p:nvGrpSpPr>
        <p:grpSpPr>
          <a:xfrm>
            <a:off x="7612966" y="1038507"/>
            <a:ext cx="2362786" cy="3059834"/>
            <a:chOff x="7615099" y="72776"/>
            <a:chExt cx="2362786" cy="3059834"/>
          </a:xfrm>
        </p:grpSpPr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CC35F2BC-B41C-4D27-8E19-728F8598A730}"/>
                </a:ext>
              </a:extLst>
            </p:cNvPr>
            <p:cNvSpPr/>
            <p:nvPr/>
          </p:nvSpPr>
          <p:spPr>
            <a:xfrm>
              <a:off x="7634592" y="2094522"/>
              <a:ext cx="1803397" cy="859576"/>
            </a:xfrm>
            <a:prstGeom prst="triangle">
              <a:avLst>
                <a:gd name="adj" fmla="val 49864"/>
              </a:avLst>
            </a:prstGeom>
            <a:gradFill>
              <a:gsLst>
                <a:gs pos="79000">
                  <a:srgbClr val="C6B3D8"/>
                </a:gs>
                <a:gs pos="20000">
                  <a:srgbClr val="424B5E"/>
                </a:gs>
                <a:gs pos="0">
                  <a:schemeClr val="tx2">
                    <a:lumMod val="75000"/>
                  </a:schemeClr>
                </a:gs>
                <a:gs pos="100000">
                  <a:srgbClr val="DCC5ED"/>
                </a:gs>
              </a:gsLst>
              <a:lin ang="5400000" scaled="1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1CC1823-6E5F-4D03-BF28-E74A2B87DBFE}"/>
                </a:ext>
              </a:extLst>
            </p:cNvPr>
            <p:cNvCxnSpPr>
              <a:cxnSpLocks/>
              <a:stCxn id="20" idx="2"/>
              <a:endCxn id="30" idx="0"/>
            </p:cNvCxnSpPr>
            <p:nvPr/>
          </p:nvCxnSpPr>
          <p:spPr>
            <a:xfrm flipV="1">
              <a:off x="7615099" y="2094522"/>
              <a:ext cx="899429" cy="888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6" name="4D-X">
              <a:extLst>
                <a:ext uri="{FF2B5EF4-FFF2-40B4-BE49-F238E27FC236}">
                  <a16:creationId xmlns:a16="http://schemas.microsoft.com/office/drawing/2014/main" id="{04CE0ACB-1B39-4E6C-9C6C-93F6BB9A9F36}"/>
                </a:ext>
              </a:extLst>
            </p:cNvPr>
            <p:cNvSpPr txBox="1"/>
            <p:nvPr/>
          </p:nvSpPr>
          <p:spPr>
            <a:xfrm>
              <a:off x="8762098" y="2248389"/>
              <a:ext cx="2722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C73EFC1-50D3-4F6B-968D-361D54EDB989}"/>
                </a:ext>
              </a:extLst>
            </p:cNvPr>
            <p:cNvCxnSpPr>
              <a:cxnSpLocks/>
              <a:stCxn id="20" idx="6"/>
              <a:endCxn id="30" idx="0"/>
            </p:cNvCxnSpPr>
            <p:nvPr/>
          </p:nvCxnSpPr>
          <p:spPr>
            <a:xfrm flipH="1" flipV="1">
              <a:off x="8514528" y="2094522"/>
              <a:ext cx="924199" cy="888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2E0C86A-29A7-428B-83C8-46E93EA8B7FC}"/>
                </a:ext>
              </a:extLst>
            </p:cNvPr>
            <p:cNvSpPr/>
            <p:nvPr/>
          </p:nvSpPr>
          <p:spPr>
            <a:xfrm>
              <a:off x="8514527" y="2094522"/>
              <a:ext cx="0" cy="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E6508E49-597A-4DC0-9E3B-AC83160408D5}"/>
                </a:ext>
              </a:extLst>
            </p:cNvPr>
            <p:cNvSpPr/>
            <p:nvPr/>
          </p:nvSpPr>
          <p:spPr>
            <a:xfrm>
              <a:off x="8525336" y="2079212"/>
              <a:ext cx="0" cy="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pic>
          <p:nvPicPr>
            <p:cNvPr id="260" name="3D phase">
              <a:extLst>
                <a:ext uri="{FF2B5EF4-FFF2-40B4-BE49-F238E27FC236}">
                  <a16:creationId xmlns:a16="http://schemas.microsoft.com/office/drawing/2014/main" id="{B576EB5C-9159-4EBD-A3E6-D2689D5536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48206" y="1952041"/>
              <a:ext cx="549960" cy="286507"/>
            </a:xfrm>
            <a:prstGeom prst="rect">
              <a:avLst/>
            </a:prstGeom>
            <a:noFill/>
          </p:spPr>
        </p:pic>
        <p:pic>
          <p:nvPicPr>
            <p:cNvPr id="320" name="3D phase">
              <a:extLst>
                <a:ext uri="{FF2B5EF4-FFF2-40B4-BE49-F238E27FC236}">
                  <a16:creationId xmlns:a16="http://schemas.microsoft.com/office/drawing/2014/main" id="{7F462DE5-8E19-44B5-8CE7-53BDEA64D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092368">
              <a:off x="9117845" y="72776"/>
              <a:ext cx="860040" cy="286507"/>
            </a:xfrm>
            <a:prstGeom prst="rect">
              <a:avLst/>
            </a:prstGeom>
            <a:noFill/>
            <a:scene3d>
              <a:camera prst="orthographicFront">
                <a:rot lat="3600000" lon="0" rev="0"/>
              </a:camera>
              <a:lightRig rig="threePt" dir="t"/>
            </a:scene3d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EB96E22-49D8-4125-822A-10A9D5C6AA2F}"/>
                </a:ext>
              </a:extLst>
            </p:cNvPr>
            <p:cNvSpPr/>
            <p:nvPr/>
          </p:nvSpPr>
          <p:spPr>
            <a:xfrm>
              <a:off x="7615099" y="2832842"/>
              <a:ext cx="1823628" cy="299768"/>
            </a:xfrm>
            <a:prstGeom prst="ellipse">
              <a:avLst/>
            </a:prstGeom>
            <a:solidFill>
              <a:srgbClr val="DCC5ED"/>
            </a:solidFill>
            <a:ln w="31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793D11A-E3DE-4304-B4B6-EB212517FF44}"/>
                </a:ext>
              </a:extLst>
            </p:cNvPr>
            <p:cNvCxnSpPr>
              <a:cxnSpLocks/>
              <a:stCxn id="20" idx="3"/>
              <a:endCxn id="30" idx="1"/>
            </p:cNvCxnSpPr>
            <p:nvPr/>
          </p:nvCxnSpPr>
          <p:spPr>
            <a:xfrm flipV="1">
              <a:off x="7882163" y="2094522"/>
              <a:ext cx="632364" cy="9941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EDF3DE5-2AF0-4774-AE5A-14AA49B7769D}"/>
                </a:ext>
              </a:extLst>
            </p:cNvPr>
            <p:cNvCxnSpPr>
              <a:cxnSpLocks/>
              <a:stCxn id="20" idx="1"/>
              <a:endCxn id="30" idx="5"/>
            </p:cNvCxnSpPr>
            <p:nvPr/>
          </p:nvCxnSpPr>
          <p:spPr>
            <a:xfrm flipV="1">
              <a:off x="7882163" y="2094523"/>
              <a:ext cx="632365" cy="7822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15DFA34-168D-4215-A60B-34E63F6F5C35}"/>
                </a:ext>
              </a:extLst>
            </p:cNvPr>
            <p:cNvCxnSpPr>
              <a:cxnSpLocks/>
              <a:stCxn id="20" idx="7"/>
              <a:endCxn id="30" idx="3"/>
            </p:cNvCxnSpPr>
            <p:nvPr/>
          </p:nvCxnSpPr>
          <p:spPr>
            <a:xfrm flipH="1" flipV="1">
              <a:off x="8514527" y="2094523"/>
              <a:ext cx="657136" cy="7822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D7E8F098-68CF-4893-8C64-8DAA9CABF5C3}"/>
                </a:ext>
              </a:extLst>
            </p:cNvPr>
            <p:cNvCxnSpPr>
              <a:cxnSpLocks/>
              <a:stCxn id="30" idx="0"/>
              <a:endCxn id="20" idx="5"/>
            </p:cNvCxnSpPr>
            <p:nvPr/>
          </p:nvCxnSpPr>
          <p:spPr>
            <a:xfrm>
              <a:off x="8514528" y="2094522"/>
              <a:ext cx="657135" cy="9941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3D65B3E-F022-40E3-9006-BC593FA8F2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14527" y="2080752"/>
              <a:ext cx="64268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656327-C0B4-41A7-8C72-329D831C5572}"/>
                </a:ext>
              </a:extLst>
            </p:cNvPr>
            <p:cNvCxnSpPr>
              <a:cxnSpLocks/>
              <a:stCxn id="207" idx="0"/>
              <a:endCxn id="20" idx="2"/>
            </p:cNvCxnSpPr>
            <p:nvPr/>
          </p:nvCxnSpPr>
          <p:spPr>
            <a:xfrm flipH="1">
              <a:off x="7615099" y="2079212"/>
              <a:ext cx="910238" cy="903514"/>
            </a:xfrm>
            <a:prstGeom prst="line">
              <a:avLst/>
            </a:prstGeom>
            <a:ln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FF7E079D-488B-48B5-86FE-31447F376DE3}"/>
                </a:ext>
              </a:extLst>
            </p:cNvPr>
            <p:cNvCxnSpPr>
              <a:cxnSpLocks/>
              <a:stCxn id="207" idx="0"/>
              <a:endCxn id="20" idx="6"/>
            </p:cNvCxnSpPr>
            <p:nvPr/>
          </p:nvCxnSpPr>
          <p:spPr>
            <a:xfrm>
              <a:off x="8525337" y="2079212"/>
              <a:ext cx="913390" cy="903514"/>
            </a:xfrm>
            <a:prstGeom prst="line">
              <a:avLst/>
            </a:prstGeom>
            <a:ln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C4CFF81D-8A45-4F10-A4A9-5F8A98FAB913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>
              <a:off x="8526672" y="2092829"/>
              <a:ext cx="241" cy="103978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5" name="Trapezoid 304">
            <a:extLst>
              <a:ext uri="{FF2B5EF4-FFF2-40B4-BE49-F238E27FC236}">
                <a16:creationId xmlns:a16="http://schemas.microsoft.com/office/drawing/2014/main" id="{929AC237-1DA1-4AE4-A000-BC562A8ACD31}"/>
              </a:ext>
            </a:extLst>
          </p:cNvPr>
          <p:cNvSpPr/>
          <p:nvPr/>
        </p:nvSpPr>
        <p:spPr>
          <a:xfrm rot="2700000">
            <a:off x="7097357" y="4859798"/>
            <a:ext cx="3620704" cy="588029"/>
          </a:xfrm>
          <a:prstGeom prst="trapezoid">
            <a:avLst>
              <a:gd name="adj" fmla="val 183511"/>
            </a:avLst>
          </a:prstGeom>
          <a:solidFill>
            <a:srgbClr val="7030A0">
              <a:alpha val="1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87" name="WIREFRAME WELL">
            <a:extLst>
              <a:ext uri="{FF2B5EF4-FFF2-40B4-BE49-F238E27FC236}">
                <a16:creationId xmlns:a16="http://schemas.microsoft.com/office/drawing/2014/main" id="{DD286122-C8AE-4368-99BE-DFF3F6158E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788" y="336244"/>
            <a:ext cx="4571212" cy="1912776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417" name="TextBox 416">
            <a:extLst>
              <a:ext uri="{FF2B5EF4-FFF2-40B4-BE49-F238E27FC236}">
                <a16:creationId xmlns:a16="http://schemas.microsoft.com/office/drawing/2014/main" id="{0C9AB774-3A22-4758-8A8C-9752C5F08A4B}"/>
              </a:ext>
            </a:extLst>
          </p:cNvPr>
          <p:cNvSpPr txBox="1"/>
          <p:nvPr/>
        </p:nvSpPr>
        <p:spPr>
          <a:xfrm>
            <a:off x="9327747" y="1088496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0D952438-130A-47F4-90EA-F8F96377D4F8}"/>
              </a:ext>
            </a:extLst>
          </p:cNvPr>
          <p:cNvSpPr txBox="1"/>
          <p:nvPr/>
        </p:nvSpPr>
        <p:spPr>
          <a:xfrm>
            <a:off x="8766674" y="4947829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249A9-0DEB-46C3-AF02-2EDF3873E8E4}"/>
              </a:ext>
            </a:extLst>
          </p:cNvPr>
          <p:cNvCxnSpPr>
            <a:cxnSpLocks/>
            <a:stCxn id="265" idx="0"/>
          </p:cNvCxnSpPr>
          <p:nvPr/>
        </p:nvCxnSpPr>
        <p:spPr>
          <a:xfrm>
            <a:off x="8517438" y="939801"/>
            <a:ext cx="0" cy="3008656"/>
          </a:xfrm>
          <a:prstGeom prst="line">
            <a:avLst/>
          </a:prstGeom>
          <a:ln>
            <a:solidFill>
              <a:schemeClr val="accent1">
                <a:alpha val="3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999AC9-0FA3-4535-9049-A538F26640C9}"/>
              </a:ext>
            </a:extLst>
          </p:cNvPr>
          <p:cNvCxnSpPr>
            <a:cxnSpLocks/>
          </p:cNvCxnSpPr>
          <p:nvPr/>
        </p:nvCxnSpPr>
        <p:spPr>
          <a:xfrm>
            <a:off x="8885572" y="3058560"/>
            <a:ext cx="26146" cy="2073935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12026F2-5C4C-4CC0-B18F-FD4F3956EC3F}"/>
              </a:ext>
            </a:extLst>
          </p:cNvPr>
          <p:cNvGrpSpPr/>
          <p:nvPr/>
        </p:nvGrpSpPr>
        <p:grpSpPr>
          <a:xfrm>
            <a:off x="8555911" y="5919199"/>
            <a:ext cx="406662" cy="483718"/>
            <a:chOff x="8541211" y="5167362"/>
            <a:chExt cx="406662" cy="483718"/>
          </a:xfrm>
        </p:grpSpPr>
        <p:cxnSp>
          <p:nvCxnSpPr>
            <p:cNvPr id="234" name="Straight Connector 233" hidden="1">
              <a:extLst>
                <a:ext uri="{FF2B5EF4-FFF2-40B4-BE49-F238E27FC236}">
                  <a16:creationId xmlns:a16="http://schemas.microsoft.com/office/drawing/2014/main" id="{27D280D7-5AB9-487A-979F-8BA8F2767BF1}"/>
                </a:ext>
              </a:extLst>
            </p:cNvPr>
            <p:cNvCxnSpPr>
              <a:cxnSpLocks/>
            </p:cNvCxnSpPr>
            <p:nvPr/>
          </p:nvCxnSpPr>
          <p:spPr>
            <a:xfrm>
              <a:off x="8541211" y="5390758"/>
              <a:ext cx="156418" cy="26032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 hidden="1">
              <a:extLst>
                <a:ext uri="{FF2B5EF4-FFF2-40B4-BE49-F238E27FC236}">
                  <a16:creationId xmlns:a16="http://schemas.microsoft.com/office/drawing/2014/main" id="{43A974DD-C18E-442D-ACE2-012B4FDB4ADA}"/>
                </a:ext>
              </a:extLst>
            </p:cNvPr>
            <p:cNvCxnSpPr>
              <a:cxnSpLocks/>
            </p:cNvCxnSpPr>
            <p:nvPr/>
          </p:nvCxnSpPr>
          <p:spPr>
            <a:xfrm>
              <a:off x="8812716" y="5167362"/>
              <a:ext cx="135157" cy="205737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F3508A61-D60E-464B-B1EC-DD8B877BAB4E}"/>
              </a:ext>
            </a:extLst>
          </p:cNvPr>
          <p:cNvGrpSpPr/>
          <p:nvPr/>
        </p:nvGrpSpPr>
        <p:grpSpPr>
          <a:xfrm>
            <a:off x="7262794" y="3052162"/>
            <a:ext cx="3293258" cy="2490754"/>
            <a:chOff x="1402442" y="-725983"/>
            <a:chExt cx="2906400" cy="13890957"/>
          </a:xfrm>
        </p:grpSpPr>
        <p:pic>
          <p:nvPicPr>
            <p:cNvPr id="286" name="qPHASE">
              <a:extLst>
                <a:ext uri="{FF2B5EF4-FFF2-40B4-BE49-F238E27FC236}">
                  <a16:creationId xmlns:a16="http://schemas.microsoft.com/office/drawing/2014/main" id="{E2C9C842-1871-4DC7-AFDD-13D801499F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700000">
              <a:off x="657305" y="10897613"/>
              <a:ext cx="4393652" cy="141069"/>
            </a:xfrm>
            <a:prstGeom prst="rect">
              <a:avLst/>
            </a:prstGeom>
            <a:noFill/>
          </p:spPr>
        </p:pic>
        <p:cxnSp>
          <p:nvCxnSpPr>
            <p:cNvPr id="287" name="Straight Connector 286" hidden="1">
              <a:extLst>
                <a:ext uri="{FF2B5EF4-FFF2-40B4-BE49-F238E27FC236}">
                  <a16:creationId xmlns:a16="http://schemas.microsoft.com/office/drawing/2014/main" id="{2604D4C9-761E-43C8-889F-9FA21C952547}"/>
                </a:ext>
              </a:extLst>
            </p:cNvPr>
            <p:cNvCxnSpPr>
              <a:cxnSpLocks/>
            </p:cNvCxnSpPr>
            <p:nvPr/>
          </p:nvCxnSpPr>
          <p:spPr>
            <a:xfrm>
              <a:off x="2855642" y="88483"/>
              <a:ext cx="0" cy="35943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 hidden="1">
              <a:extLst>
                <a:ext uri="{FF2B5EF4-FFF2-40B4-BE49-F238E27FC236}">
                  <a16:creationId xmlns:a16="http://schemas.microsoft.com/office/drawing/2014/main" id="{ACA8873C-3FDA-4081-862A-AA8F23C2A31E}"/>
                </a:ext>
              </a:extLst>
            </p:cNvPr>
            <p:cNvCxnSpPr>
              <a:cxnSpLocks/>
            </p:cNvCxnSpPr>
            <p:nvPr/>
          </p:nvCxnSpPr>
          <p:spPr>
            <a:xfrm>
              <a:off x="1402442" y="1885644"/>
              <a:ext cx="290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F14AC824-C3EB-4FC5-8E11-DE3C9A76FB7D}"/>
                </a:ext>
              </a:extLst>
            </p:cNvPr>
            <p:cNvCxnSpPr>
              <a:cxnSpLocks/>
              <a:stCxn id="286" idx="1"/>
              <a:endCxn id="286" idx="3"/>
            </p:cNvCxnSpPr>
            <p:nvPr/>
          </p:nvCxnSpPr>
          <p:spPr>
            <a:xfrm>
              <a:off x="2608316" y="9414753"/>
              <a:ext cx="491630" cy="31067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0" name="4D-PHASE">
              <a:extLst>
                <a:ext uri="{FF2B5EF4-FFF2-40B4-BE49-F238E27FC236}">
                  <a16:creationId xmlns:a16="http://schemas.microsoft.com/office/drawing/2014/main" id="{4B7F9F1E-DFB2-4B7B-883A-3A81CB52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700000">
              <a:off x="670069" y="1393869"/>
              <a:ext cx="4393652" cy="153947"/>
            </a:xfrm>
            <a:prstGeom prst="rect">
              <a:avLst/>
            </a:prstGeom>
            <a:noFill/>
          </p:spPr>
        </p:pic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33ADD741-24CC-4FF8-B69E-8F2D03DE8722}"/>
              </a:ext>
            </a:extLst>
          </p:cNvPr>
          <p:cNvCxnSpPr>
            <a:cxnSpLocks/>
            <a:endCxn id="265" idx="1"/>
          </p:cNvCxnSpPr>
          <p:nvPr/>
        </p:nvCxnSpPr>
        <p:spPr>
          <a:xfrm flipH="1" flipV="1">
            <a:off x="6843390" y="1270307"/>
            <a:ext cx="1649202" cy="1796262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6CACD9F1-B549-4110-9B1B-9A086F2AB39A}"/>
              </a:ext>
            </a:extLst>
          </p:cNvPr>
          <p:cNvCxnSpPr>
            <a:cxnSpLocks/>
            <a:stCxn id="30" idx="4"/>
          </p:cNvCxnSpPr>
          <p:nvPr/>
        </p:nvCxnSpPr>
        <p:spPr>
          <a:xfrm flipV="1">
            <a:off x="8512395" y="1255089"/>
            <a:ext cx="1679354" cy="1805165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F615AFDD-1B99-4DAA-8008-F98E52C91346}"/>
              </a:ext>
            </a:extLst>
          </p:cNvPr>
          <p:cNvCxnSpPr>
            <a:cxnSpLocks/>
            <a:stCxn id="87" idx="3"/>
            <a:endCxn id="87" idx="1"/>
          </p:cNvCxnSpPr>
          <p:nvPr/>
        </p:nvCxnSpPr>
        <p:spPr>
          <a:xfrm flipH="1">
            <a:off x="6226788" y="1292632"/>
            <a:ext cx="457121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65193421-7B7E-40D6-93E0-FC294275F3DC}"/>
              </a:ext>
            </a:extLst>
          </p:cNvPr>
          <p:cNvCxnSpPr>
            <a:cxnSpLocks/>
          </p:cNvCxnSpPr>
          <p:nvPr/>
        </p:nvCxnSpPr>
        <p:spPr>
          <a:xfrm flipH="1">
            <a:off x="8906848" y="1218567"/>
            <a:ext cx="576958" cy="1829059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 hidden="1">
            <a:extLst>
              <a:ext uri="{FF2B5EF4-FFF2-40B4-BE49-F238E27FC236}">
                <a16:creationId xmlns:a16="http://schemas.microsoft.com/office/drawing/2014/main" id="{B25541E4-A76B-40B8-954F-DBCA89293563}"/>
              </a:ext>
            </a:extLst>
          </p:cNvPr>
          <p:cNvCxnSpPr>
            <a:cxnSpLocks/>
            <a:stCxn id="305" idx="0"/>
            <a:endCxn id="305" idx="2"/>
          </p:cNvCxnSpPr>
          <p:nvPr/>
        </p:nvCxnSpPr>
        <p:spPr>
          <a:xfrm flipH="1">
            <a:off x="8699809" y="4945913"/>
            <a:ext cx="415800" cy="4157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0A6E9B44-AEF6-4665-BCBE-947B84D8519A}"/>
              </a:ext>
            </a:extLst>
          </p:cNvPr>
          <p:cNvCxnSpPr>
            <a:cxnSpLocks/>
          </p:cNvCxnSpPr>
          <p:nvPr/>
        </p:nvCxnSpPr>
        <p:spPr>
          <a:xfrm flipV="1">
            <a:off x="9181735" y="3044943"/>
            <a:ext cx="0" cy="2382602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A758A44-01DB-409E-BD6C-2AD3411760E4}"/>
              </a:ext>
            </a:extLst>
          </p:cNvPr>
          <p:cNvCxnSpPr>
            <a:cxnSpLocks/>
          </p:cNvCxnSpPr>
          <p:nvPr/>
        </p:nvCxnSpPr>
        <p:spPr>
          <a:xfrm flipV="1">
            <a:off x="8629177" y="3044943"/>
            <a:ext cx="0" cy="1835138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A86C59B-8188-43CD-804B-3D5D9BFB75E3}"/>
              </a:ext>
            </a:extLst>
          </p:cNvPr>
          <p:cNvGrpSpPr/>
          <p:nvPr/>
        </p:nvGrpSpPr>
        <p:grpSpPr>
          <a:xfrm>
            <a:off x="6239590" y="2788209"/>
            <a:ext cx="4571212" cy="522277"/>
            <a:chOff x="915324" y="-193838"/>
            <a:chExt cx="3994919" cy="4501627"/>
          </a:xfrm>
          <a:solidFill>
            <a:srgbClr val="7030A0">
              <a:alpha val="37000"/>
            </a:srgbClr>
          </a:solidFill>
        </p:grpSpPr>
        <p:sp>
          <p:nvSpPr>
            <p:cNvPr id="276" name="Trapezoid 275">
              <a:extLst>
                <a:ext uri="{FF2B5EF4-FFF2-40B4-BE49-F238E27FC236}">
                  <a16:creationId xmlns:a16="http://schemas.microsoft.com/office/drawing/2014/main" id="{45A29522-FFDD-4367-B8BD-43143114C44B}"/>
                </a:ext>
              </a:extLst>
            </p:cNvPr>
            <p:cNvSpPr/>
            <p:nvPr/>
          </p:nvSpPr>
          <p:spPr>
            <a:xfrm>
              <a:off x="915324" y="-193838"/>
              <a:ext cx="3994919" cy="4501627"/>
            </a:xfrm>
            <a:prstGeom prst="trapezoid">
              <a:avLst>
                <a:gd name="adj" fmla="val 183511"/>
              </a:avLst>
            </a:prstGeom>
            <a:solidFill>
              <a:srgbClr val="7030A0">
                <a:alpha val="1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CE7A1329-B440-4CAC-89C4-442EB94A569C}"/>
                </a:ext>
              </a:extLst>
            </p:cNvPr>
            <p:cNvCxnSpPr>
              <a:cxnSpLocks/>
              <a:stCxn id="276" idx="0"/>
              <a:endCxn id="276" idx="2"/>
            </p:cNvCxnSpPr>
            <p:nvPr/>
          </p:nvCxnSpPr>
          <p:spPr>
            <a:xfrm>
              <a:off x="2912784" y="-193838"/>
              <a:ext cx="0" cy="4501627"/>
            </a:xfrm>
            <a:prstGeom prst="lin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2" name="3D X">
            <a:extLst>
              <a:ext uri="{FF2B5EF4-FFF2-40B4-BE49-F238E27FC236}">
                <a16:creationId xmlns:a16="http://schemas.microsoft.com/office/drawing/2014/main" id="{196C9E83-33CE-4ADE-B6CC-19AF67D3EF81}"/>
              </a:ext>
            </a:extLst>
          </p:cNvPr>
          <p:cNvSpPr txBox="1"/>
          <p:nvPr/>
        </p:nvSpPr>
        <p:spPr>
          <a:xfrm>
            <a:off x="8748584" y="2845482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sp>
        <p:nvSpPr>
          <p:cNvPr id="302" name="Arrow: Up-Down 301">
            <a:extLst>
              <a:ext uri="{FF2B5EF4-FFF2-40B4-BE49-F238E27FC236}">
                <a16:creationId xmlns:a16="http://schemas.microsoft.com/office/drawing/2014/main" id="{20F656EF-108B-46CF-AC3B-8EDBEC2CDDA7}"/>
              </a:ext>
            </a:extLst>
          </p:cNvPr>
          <p:cNvSpPr/>
          <p:nvPr/>
        </p:nvSpPr>
        <p:spPr>
          <a:xfrm>
            <a:off x="8011468" y="2380654"/>
            <a:ext cx="1020786" cy="303662"/>
          </a:xfrm>
          <a:prstGeom prst="upDownArrow">
            <a:avLst>
              <a:gd name="adj1" fmla="val 29237"/>
              <a:gd name="adj2" fmla="val 39947"/>
            </a:avLst>
          </a:prstGeom>
          <a:gradFill>
            <a:gsLst>
              <a:gs pos="58000">
                <a:srgbClr val="9177C0">
                  <a:lumMod val="47000"/>
                  <a:lumOff val="53000"/>
                </a:srgbClr>
              </a:gs>
              <a:gs pos="46030">
                <a:srgbClr val="8B85B9">
                  <a:lumMod val="28000"/>
                  <a:lumOff val="72000"/>
                </a:srgbClr>
              </a:gs>
              <a:gs pos="70000">
                <a:srgbClr val="7030A0">
                  <a:lumMod val="71000"/>
                  <a:lumOff val="29000"/>
                  <a:alpha val="89000"/>
                </a:srgbClr>
              </a:gs>
              <a:gs pos="36000">
                <a:schemeClr val="tx2">
                  <a:lumMod val="60000"/>
                  <a:lumOff val="40000"/>
                </a:schemeClr>
              </a:gs>
              <a:gs pos="0">
                <a:schemeClr val="tx2">
                  <a:lumMod val="94000"/>
                  <a:lumOff val="6000"/>
                </a:schemeClr>
              </a:gs>
              <a:gs pos="100000">
                <a:srgbClr val="7030A0"/>
              </a:gs>
            </a:gsLst>
            <a:lin ang="54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47" name="qPHASE">
            <a:extLst>
              <a:ext uri="{FF2B5EF4-FFF2-40B4-BE49-F238E27FC236}">
                <a16:creationId xmlns:a16="http://schemas.microsoft.com/office/drawing/2014/main" id="{F0BCF4D3-3238-44E7-8424-C67CD021C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289384">
            <a:off x="9105046" y="1185691"/>
            <a:ext cx="787815" cy="15984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08796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253BF7B-FBD9-4AD8-A7AD-B198F925C44B}"/>
              </a:ext>
            </a:extLst>
          </p:cNvPr>
          <p:cNvGrpSpPr/>
          <p:nvPr/>
        </p:nvGrpSpPr>
        <p:grpSpPr>
          <a:xfrm>
            <a:off x="3406094" y="1776841"/>
            <a:ext cx="4329872" cy="4447790"/>
            <a:chOff x="3406094" y="1776841"/>
            <a:chExt cx="4329872" cy="444779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DD8E60D-02D1-48A4-8CA1-3D0252996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6034" y="1776841"/>
              <a:ext cx="3279932" cy="3304318"/>
            </a:xfrm>
            <a:prstGeom prst="rect">
              <a:avLst/>
            </a:prstGeom>
          </p:spPr>
        </p:pic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94B3BBEB-560A-4A28-9989-C4FEEB141F7D}"/>
                </a:ext>
              </a:extLst>
            </p:cNvPr>
            <p:cNvSpPr/>
            <p:nvPr/>
          </p:nvSpPr>
          <p:spPr>
            <a:xfrm>
              <a:off x="3406094" y="2676088"/>
              <a:ext cx="3279932" cy="3548543"/>
            </a:xfrm>
            <a:prstGeom prst="arc">
              <a:avLst>
                <a:gd name="adj1" fmla="val 16425952"/>
                <a:gd name="adj2" fmla="val 60898"/>
              </a:avLst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4F6E9E4-66D0-4676-8A07-9D651B8A0B06}"/>
                </a:ext>
              </a:extLst>
            </p:cNvPr>
            <p:cNvSpPr/>
            <p:nvPr/>
          </p:nvSpPr>
          <p:spPr>
            <a:xfrm>
              <a:off x="5000265" y="2645821"/>
              <a:ext cx="74644" cy="746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4093871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3FA001C-2A87-47CB-B77E-61A167CFAA8F}"/>
              </a:ext>
            </a:extLst>
          </p:cNvPr>
          <p:cNvGrpSpPr/>
          <p:nvPr/>
        </p:nvGrpSpPr>
        <p:grpSpPr>
          <a:xfrm>
            <a:off x="3724711" y="2011557"/>
            <a:ext cx="3880180" cy="3608475"/>
            <a:chOff x="3724711" y="2011557"/>
            <a:chExt cx="3880180" cy="360847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2221FBB-097E-464C-ACBE-0AE80E995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87109" y="2011557"/>
              <a:ext cx="3017782" cy="2834886"/>
            </a:xfrm>
            <a:prstGeom prst="rect">
              <a:avLst/>
            </a:prstGeom>
          </p:spPr>
        </p:pic>
        <p:sp>
          <p:nvSpPr>
            <p:cNvPr id="5" name="Arc 4">
              <a:extLst>
                <a:ext uri="{FF2B5EF4-FFF2-40B4-BE49-F238E27FC236}">
                  <a16:creationId xmlns:a16="http://schemas.microsoft.com/office/drawing/2014/main" id="{93612267-64BB-4D52-8CBF-480D01BBC15E}"/>
                </a:ext>
              </a:extLst>
            </p:cNvPr>
            <p:cNvSpPr/>
            <p:nvPr/>
          </p:nvSpPr>
          <p:spPr>
            <a:xfrm>
              <a:off x="3724711" y="2843868"/>
              <a:ext cx="2910981" cy="2776164"/>
            </a:xfrm>
            <a:prstGeom prst="arc">
              <a:avLst>
                <a:gd name="adj1" fmla="val 16173712"/>
                <a:gd name="adj2" fmla="val 60898"/>
              </a:avLst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E02B734-9027-4D4F-8052-FEE8DE9DCDF4}"/>
                </a:ext>
              </a:extLst>
            </p:cNvPr>
            <p:cNvSpPr/>
            <p:nvPr/>
          </p:nvSpPr>
          <p:spPr>
            <a:xfrm>
              <a:off x="5142878" y="2805212"/>
              <a:ext cx="74644" cy="746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137545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1A60FC2-E700-41FB-B24A-6D4821165F71}"/>
              </a:ext>
            </a:extLst>
          </p:cNvPr>
          <p:cNvGrpSpPr/>
          <p:nvPr/>
        </p:nvGrpSpPr>
        <p:grpSpPr>
          <a:xfrm>
            <a:off x="1291201" y="1291905"/>
            <a:ext cx="4282588" cy="4274190"/>
            <a:chOff x="1291201" y="1291905"/>
            <a:chExt cx="4282588" cy="42741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0B1C82E-38B4-4604-9109-1036F7925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91201" y="1292207"/>
              <a:ext cx="4282588" cy="4273588"/>
            </a:xfrm>
            <a:prstGeom prst="rect">
              <a:avLst/>
            </a:pr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47FAB04-FFF6-4333-8807-46CE24E53BC7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B8C6E31-EBF7-4AD6-B3C1-28849AD6EF41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158861B3-EFFF-4079-BB37-428800EA756A}"/>
                  </a:ext>
                </a:extLst>
              </p:cNvPr>
              <p:cNvCxnSpPr>
                <a:stCxn id="2" idx="0"/>
                <a:endCxn id="2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97AA869-C31D-40E3-BC7E-9367EC999BA5}"/>
                  </a:ext>
                </a:extLst>
              </p:cNvPr>
              <p:cNvCxnSpPr>
                <a:stCxn id="2" idx="2"/>
                <a:endCxn id="2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395301-D7EC-4ECB-AA2A-7E1380E2E3F9}"/>
                  </a:ext>
                </a:extLst>
              </p:cNvPr>
              <p:cNvCxnSpPr>
                <a:endCxn id="2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F1DBF05-B73E-4488-B029-C4089B68D840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91FD4EA-85AB-4F8D-B88C-33541C02B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0" b="231"/>
          <a:stretch>
            <a:fillRect/>
          </a:stretch>
        </p:blipFill>
        <p:spPr>
          <a:xfrm rot="2675376">
            <a:off x="9100457" y="1984414"/>
            <a:ext cx="2892386" cy="2889169"/>
          </a:xfrm>
          <a:custGeom>
            <a:avLst/>
            <a:gdLst>
              <a:gd name="connsiteX0" fmla="*/ 1446193 w 2892386"/>
              <a:gd name="connsiteY0" fmla="*/ 266064 h 2889169"/>
              <a:gd name="connsiteX1" fmla="*/ 269281 w 2892386"/>
              <a:gd name="connsiteY1" fmla="*/ 1442976 h 2889169"/>
              <a:gd name="connsiteX2" fmla="*/ 1446193 w 2892386"/>
              <a:gd name="connsiteY2" fmla="*/ 2619888 h 2889169"/>
              <a:gd name="connsiteX3" fmla="*/ 2623105 w 2892386"/>
              <a:gd name="connsiteY3" fmla="*/ 1442976 h 2889169"/>
              <a:gd name="connsiteX4" fmla="*/ 1446193 w 2892386"/>
              <a:gd name="connsiteY4" fmla="*/ 266064 h 2889169"/>
              <a:gd name="connsiteX5" fmla="*/ 1382485 w 2892386"/>
              <a:gd name="connsiteY5" fmla="*/ 0 h 2889169"/>
              <a:gd name="connsiteX6" fmla="*/ 1509901 w 2892386"/>
              <a:gd name="connsiteY6" fmla="*/ 0 h 2889169"/>
              <a:gd name="connsiteX7" fmla="*/ 1594058 w 2892386"/>
              <a:gd name="connsiteY7" fmla="*/ 4250 h 2889169"/>
              <a:gd name="connsiteX8" fmla="*/ 2892386 w 2892386"/>
              <a:gd name="connsiteY8" fmla="*/ 1442976 h 2889169"/>
              <a:gd name="connsiteX9" fmla="*/ 1446193 w 2892386"/>
              <a:gd name="connsiteY9" fmla="*/ 2889169 h 2889169"/>
              <a:gd name="connsiteX10" fmla="*/ 0 w 2892386"/>
              <a:gd name="connsiteY10" fmla="*/ 1442976 h 2889169"/>
              <a:gd name="connsiteX11" fmla="*/ 1298328 w 2892386"/>
              <a:gd name="connsiteY11" fmla="*/ 4250 h 288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92386" h="2889169">
                <a:moveTo>
                  <a:pt x="1446193" y="266064"/>
                </a:moveTo>
                <a:cubicBezTo>
                  <a:pt x="796202" y="266064"/>
                  <a:pt x="269281" y="792985"/>
                  <a:pt x="269281" y="1442976"/>
                </a:cubicBezTo>
                <a:cubicBezTo>
                  <a:pt x="269281" y="2092967"/>
                  <a:pt x="796202" y="2619888"/>
                  <a:pt x="1446193" y="2619888"/>
                </a:cubicBezTo>
                <a:cubicBezTo>
                  <a:pt x="2096184" y="2619888"/>
                  <a:pt x="2623105" y="2092967"/>
                  <a:pt x="2623105" y="1442976"/>
                </a:cubicBezTo>
                <a:cubicBezTo>
                  <a:pt x="2623105" y="792985"/>
                  <a:pt x="2096184" y="266064"/>
                  <a:pt x="1446193" y="266064"/>
                </a:cubicBezTo>
                <a:close/>
                <a:moveTo>
                  <a:pt x="1382485" y="0"/>
                </a:moveTo>
                <a:lnTo>
                  <a:pt x="1509901" y="0"/>
                </a:lnTo>
                <a:lnTo>
                  <a:pt x="1594058" y="4250"/>
                </a:lnTo>
                <a:cubicBezTo>
                  <a:pt x="2323309" y="78309"/>
                  <a:pt x="2892386" y="694186"/>
                  <a:pt x="2892386" y="1442976"/>
                </a:cubicBezTo>
                <a:cubicBezTo>
                  <a:pt x="2892386" y="2241686"/>
                  <a:pt x="2244903" y="2889169"/>
                  <a:pt x="1446193" y="2889169"/>
                </a:cubicBezTo>
                <a:cubicBezTo>
                  <a:pt x="647483" y="2889169"/>
                  <a:pt x="0" y="2241686"/>
                  <a:pt x="0" y="1442976"/>
                </a:cubicBezTo>
                <a:cubicBezTo>
                  <a:pt x="0" y="694186"/>
                  <a:pt x="569077" y="78309"/>
                  <a:pt x="1298328" y="4250"/>
                </a:cubicBezTo>
                <a:close/>
              </a:path>
            </a:pathLst>
          </a:cu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0E2F22B-548D-4664-A6DA-AC9B35129505}"/>
              </a:ext>
            </a:extLst>
          </p:cNvPr>
          <p:cNvGrpSpPr/>
          <p:nvPr/>
        </p:nvGrpSpPr>
        <p:grpSpPr>
          <a:xfrm>
            <a:off x="5254281" y="120687"/>
            <a:ext cx="4034233" cy="3594317"/>
            <a:chOff x="838525" y="88483"/>
            <a:chExt cx="4034233" cy="3594317"/>
          </a:xfrm>
        </p:grpSpPr>
        <p:sp>
          <p:nvSpPr>
            <p:cNvPr id="13" name="Trapezoid 12">
              <a:extLst>
                <a:ext uri="{FF2B5EF4-FFF2-40B4-BE49-F238E27FC236}">
                  <a16:creationId xmlns:a16="http://schemas.microsoft.com/office/drawing/2014/main" id="{D48F6625-3D38-4BAE-86AB-B454F81CE903}"/>
                </a:ext>
              </a:extLst>
            </p:cNvPr>
            <p:cNvSpPr/>
            <p:nvPr/>
          </p:nvSpPr>
          <p:spPr>
            <a:xfrm>
              <a:off x="838525" y="88483"/>
              <a:ext cx="4034233" cy="3594317"/>
            </a:xfrm>
            <a:prstGeom prst="trapezoid">
              <a:avLst>
                <a:gd name="adj" fmla="val 0"/>
              </a:avLst>
            </a:prstGeom>
            <a:solidFill>
              <a:schemeClr val="bg1">
                <a:lumMod val="50000"/>
                <a:alpha val="3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1C0A3FF-A9B9-4E44-9782-0B36149D4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34" y="433803"/>
              <a:ext cx="2895851" cy="2895851"/>
            </a:xfrm>
            <a:prstGeom prst="rect">
              <a:avLst/>
            </a:prstGeom>
            <a:noFill/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94FFF1-638A-4689-86EF-07CC94F1FCCB}"/>
                </a:ext>
              </a:extLst>
            </p:cNvPr>
            <p:cNvCxnSpPr>
              <a:stCxn id="13" idx="0"/>
              <a:endCxn id="13" idx="2"/>
            </p:cNvCxnSpPr>
            <p:nvPr/>
          </p:nvCxnSpPr>
          <p:spPr>
            <a:xfrm>
              <a:off x="2855642" y="88483"/>
              <a:ext cx="0" cy="35943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0DAFD66-BC88-4FE5-8DB8-3495F455AD39}"/>
                </a:ext>
              </a:extLst>
            </p:cNvPr>
            <p:cNvCxnSpPr>
              <a:stCxn id="13" idx="1"/>
              <a:endCxn id="13" idx="3"/>
            </p:cNvCxnSpPr>
            <p:nvPr/>
          </p:nvCxnSpPr>
          <p:spPr>
            <a:xfrm>
              <a:off x="838525" y="1885642"/>
              <a:ext cx="403423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E7FD671-0CD2-4AEF-A2B1-D1664CE18EE0}"/>
                </a:ext>
              </a:extLst>
            </p:cNvPr>
            <p:cNvCxnSpPr>
              <a:stCxn id="14" idx="0"/>
            </p:cNvCxnSpPr>
            <p:nvPr/>
          </p:nvCxnSpPr>
          <p:spPr>
            <a:xfrm flipH="1">
              <a:off x="2842350" y="433803"/>
              <a:ext cx="20310" cy="28958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B52EF9-8113-4FF8-A03A-A4462FBE809B}"/>
                </a:ext>
              </a:extLst>
            </p:cNvPr>
            <p:cNvCxnSpPr>
              <a:cxnSpLocks/>
              <a:stCxn id="14" idx="1"/>
              <a:endCxn id="14" idx="3"/>
            </p:cNvCxnSpPr>
            <p:nvPr/>
          </p:nvCxnSpPr>
          <p:spPr>
            <a:xfrm>
              <a:off x="1414734" y="1881729"/>
              <a:ext cx="289585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816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  <a:scene3d>
                <a:camera prst="orthographicFront">
                  <a:rot lat="0" lon="0" rev="0"/>
                </a:camera>
                <a:lightRig rig="threePt" dir="t"/>
              </a:scene3d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D8CEAFD-81E9-4270-AAB5-169061540DA1}"/>
              </a:ext>
            </a:extLst>
          </p:cNvPr>
          <p:cNvGrpSpPr/>
          <p:nvPr/>
        </p:nvGrpSpPr>
        <p:grpSpPr>
          <a:xfrm>
            <a:off x="5848826" y="429714"/>
            <a:ext cx="6568751" cy="5822302"/>
            <a:chOff x="143925" y="429714"/>
            <a:chExt cx="6568751" cy="5822302"/>
          </a:xfrm>
        </p:grpSpPr>
        <p:sp>
          <p:nvSpPr>
            <p:cNvPr id="36" name="Flowchart: Manual Operation 35">
              <a:extLst>
                <a:ext uri="{FF2B5EF4-FFF2-40B4-BE49-F238E27FC236}">
                  <a16:creationId xmlns:a16="http://schemas.microsoft.com/office/drawing/2014/main" id="{0EC7AC77-47DB-42B8-BFAF-CEE338B2FEBE}"/>
                </a:ext>
              </a:extLst>
            </p:cNvPr>
            <p:cNvSpPr/>
            <p:nvPr/>
          </p:nvSpPr>
          <p:spPr>
            <a:xfrm flipV="1">
              <a:off x="143925" y="429714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4000"/>
              </a:schemeClr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8E1AFEA-43BB-4CAF-906C-ED5BBCA45B1D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5392CC-8DAA-44AA-8652-DC460E6998DC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B5C5A1B-8619-4F42-98BD-6332A8ED8542}"/>
                  </a:ext>
                </a:extLst>
              </p:cNvPr>
              <p:cNvCxnSpPr>
                <a:stCxn id="40" idx="0"/>
                <a:endCxn id="40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CBE6383-8A4D-4081-B81F-E73B31E8F9DF}"/>
                  </a:ext>
                </a:extLst>
              </p:cNvPr>
              <p:cNvCxnSpPr>
                <a:stCxn id="40" idx="2"/>
                <a:endCxn id="40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B56F3CD-2F8D-4A97-9E6C-11A8468BD892}"/>
                  </a:ext>
                </a:extLst>
              </p:cNvPr>
              <p:cNvCxnSpPr>
                <a:endCxn id="40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0823DC4-081C-476D-986E-DF928DD47234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9802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 rot="16200000">
            <a:off x="143925" y="517849"/>
            <a:ext cx="6568751" cy="5822302"/>
            <a:chOff x="143925" y="517849"/>
            <a:chExt cx="6568751" cy="5822302"/>
          </a:xfrm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  <a:scene3d>
                <a:camera prst="orthographicFront">
                  <a:rot lat="0" lon="0" rev="0"/>
                </a:camera>
                <a:lightRig rig="threePt" dir="t"/>
              </a:scene3d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D8CEAFD-81E9-4270-AAB5-169061540DA1}"/>
              </a:ext>
            </a:extLst>
          </p:cNvPr>
          <p:cNvGrpSpPr/>
          <p:nvPr/>
        </p:nvGrpSpPr>
        <p:grpSpPr>
          <a:xfrm rot="16200000">
            <a:off x="5848827" y="517849"/>
            <a:ext cx="6568751" cy="5822302"/>
            <a:chOff x="143925" y="517849"/>
            <a:chExt cx="6568751" cy="5822302"/>
          </a:xfrm>
        </p:grpSpPr>
        <p:sp>
          <p:nvSpPr>
            <p:cNvPr id="36" name="Flowchart: Manual Operation 35">
              <a:extLst>
                <a:ext uri="{FF2B5EF4-FFF2-40B4-BE49-F238E27FC236}">
                  <a16:creationId xmlns:a16="http://schemas.microsoft.com/office/drawing/2014/main" id="{0EC7AC77-47DB-42B8-BFAF-CEE338B2FEBE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4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8E1AFEA-43BB-4CAF-906C-ED5BBCA45B1D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5392CC-8DAA-44AA-8652-DC460E6998DC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B5C5A1B-8619-4F42-98BD-6332A8ED8542}"/>
                  </a:ext>
                </a:extLst>
              </p:cNvPr>
              <p:cNvCxnSpPr>
                <a:stCxn id="40" idx="0"/>
                <a:endCxn id="40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CBE6383-8A4D-4081-B81F-E73B31E8F9DF}"/>
                  </a:ext>
                </a:extLst>
              </p:cNvPr>
              <p:cNvCxnSpPr>
                <a:stCxn id="40" idx="2"/>
                <a:endCxn id="40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B56F3CD-2F8D-4A97-9E6C-11A8468BD892}"/>
                  </a:ext>
                </a:extLst>
              </p:cNvPr>
              <p:cNvCxnSpPr>
                <a:endCxn id="40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0823DC4-081C-476D-986E-DF928DD47234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707587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BF39D4-168C-40FE-9751-AEA5D74FE66B}"/>
              </a:ext>
            </a:extLst>
          </p:cNvPr>
          <p:cNvGrpSpPr/>
          <p:nvPr/>
        </p:nvGrpSpPr>
        <p:grpSpPr>
          <a:xfrm>
            <a:off x="5399413" y="-1714365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D29E0B45-5F3B-4423-9B1D-07EB6B107266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250339-0BE4-407A-9552-A34DE8E0C7C1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23E0F45-F15D-4F46-BFFC-FE7E99AF4AA0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7578B87-9E7D-461F-8060-3249800D9CA6}"/>
                  </a:ext>
                </a:extLst>
              </p:cNvPr>
              <p:cNvCxnSpPr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325CA0B-B0DE-4227-A42F-922236A044C1}"/>
                  </a:ext>
                </a:extLst>
              </p:cNvPr>
              <p:cNvCxnSpPr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4DBB28ED-AFA3-43EF-AF6B-27318C6BAF1A}"/>
                  </a:ext>
                </a:extLst>
              </p:cNvPr>
              <p:cNvCxnSpPr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6BEB10-C47B-47DA-9064-420D622C5C63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5EBDFECA-6DC6-410C-8387-5987829B6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976" y="2550860"/>
            <a:ext cx="4282588" cy="427358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847D78A-56CE-43B8-AD74-056B49B1E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83512">
            <a:off x="2060506" y="2745204"/>
            <a:ext cx="4282578" cy="427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042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BF39D4-168C-40FE-9751-AEA5D74FE66B}"/>
              </a:ext>
            </a:extLst>
          </p:cNvPr>
          <p:cNvGrpSpPr/>
          <p:nvPr/>
        </p:nvGrpSpPr>
        <p:grpSpPr>
          <a:xfrm>
            <a:off x="143924" y="-1619095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D29E0B45-5F3B-4423-9B1D-07EB6B107266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250339-0BE4-407A-9552-A34DE8E0C7C1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23E0F45-F15D-4F46-BFFC-FE7E99AF4AA0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7578B87-9E7D-461F-8060-3249800D9CA6}"/>
                  </a:ext>
                </a:extLst>
              </p:cNvPr>
              <p:cNvCxnSpPr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325CA0B-B0DE-4227-A42F-922236A044C1}"/>
                  </a:ext>
                </a:extLst>
              </p:cNvPr>
              <p:cNvCxnSpPr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4DBB28ED-AFA3-43EF-AF6B-27318C6BAF1A}"/>
                  </a:ext>
                </a:extLst>
              </p:cNvPr>
              <p:cNvCxnSpPr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6BEB10-C47B-47DA-9064-420D622C5C63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99E2D-4312-42AC-BD38-3A78DA0CFA1E}"/>
              </a:ext>
            </a:extLst>
          </p:cNvPr>
          <p:cNvGrpSpPr/>
          <p:nvPr/>
        </p:nvGrpSpPr>
        <p:grpSpPr>
          <a:xfrm>
            <a:off x="6838793" y="636721"/>
            <a:ext cx="5211887" cy="5508984"/>
            <a:chOff x="6829970" y="-141158"/>
            <a:chExt cx="5211887" cy="5508984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9C1B1071-7122-4063-875F-6167336A8E22}"/>
                </a:ext>
              </a:extLst>
            </p:cNvPr>
            <p:cNvGrpSpPr/>
            <p:nvPr/>
          </p:nvGrpSpPr>
          <p:grpSpPr>
            <a:xfrm>
              <a:off x="6829970" y="226656"/>
              <a:ext cx="5211887" cy="5141170"/>
              <a:chOff x="6829970" y="226656"/>
              <a:chExt cx="5211887" cy="5141170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5C98B67-0EA5-456B-A60E-E3CA94CC2649}"/>
                  </a:ext>
                </a:extLst>
              </p:cNvPr>
              <p:cNvSpPr txBox="1"/>
              <p:nvPr/>
            </p:nvSpPr>
            <p:spPr>
              <a:xfrm>
                <a:off x="11524211" y="2612575"/>
                <a:ext cx="5176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P+</a:t>
                </a:r>
                <a:endParaRPr lang="en-AU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24C95DA-E470-4AA6-8C35-74E7FFFF586C}"/>
                  </a:ext>
                </a:extLst>
              </p:cNvPr>
              <p:cNvSpPr/>
              <p:nvPr/>
            </p:nvSpPr>
            <p:spPr>
              <a:xfrm>
                <a:off x="6829970" y="226656"/>
                <a:ext cx="5075853" cy="5141170"/>
              </a:xfrm>
              <a:prstGeom prst="rect">
                <a:avLst/>
              </a:prstGeom>
              <a:solidFill>
                <a:schemeClr val="bg1">
                  <a:lumMod val="5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5EBDFECA-6DC6-410C-8387-5987829B67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26603" y="661613"/>
                <a:ext cx="4282588" cy="4273588"/>
              </a:xfrm>
              <a:prstGeom prst="rect">
                <a:avLst/>
              </a:prstGeom>
            </p:spPr>
          </p:pic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D700FA4-B260-4548-8CF6-18F366BD3255}"/>
                  </a:ext>
                </a:extLst>
              </p:cNvPr>
              <p:cNvSpPr/>
              <p:nvPr/>
            </p:nvSpPr>
            <p:spPr>
              <a:xfrm>
                <a:off x="7235001" y="661011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87B06AB4-C480-4787-8594-C3A0C6B392B4}"/>
                  </a:ext>
                </a:extLst>
              </p:cNvPr>
              <p:cNvCxnSpPr>
                <a:stCxn id="30" idx="0"/>
                <a:endCxn id="30" idx="2"/>
              </p:cNvCxnSpPr>
              <p:nvPr/>
            </p:nvCxnSpPr>
            <p:spPr>
              <a:xfrm>
                <a:off x="9367897" y="661613"/>
                <a:ext cx="0" cy="4273588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F7EF981-5344-4317-8D5F-38045414D15A}"/>
                  </a:ext>
                </a:extLst>
              </p:cNvPr>
              <p:cNvCxnSpPr>
                <a:stCxn id="31" idx="2"/>
                <a:endCxn id="30" idx="3"/>
              </p:cNvCxnSpPr>
              <p:nvPr/>
            </p:nvCxnSpPr>
            <p:spPr>
              <a:xfrm>
                <a:off x="7235001" y="2798106"/>
                <a:ext cx="4274190" cy="301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6B54869B-8556-402E-A04A-01D556F0C126}"/>
                  </a:ext>
                </a:extLst>
              </p:cNvPr>
              <p:cNvCxnSpPr>
                <a:endCxn id="31" idx="7"/>
              </p:cNvCxnSpPr>
              <p:nvPr/>
            </p:nvCxnSpPr>
            <p:spPr>
              <a:xfrm flipV="1">
                <a:off x="9367897" y="1286952"/>
                <a:ext cx="1515353" cy="15111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3638D8F-DD1C-447F-8382-B20B36B96B0B}"/>
                  </a:ext>
                </a:extLst>
              </p:cNvPr>
              <p:cNvSpPr/>
              <p:nvPr/>
            </p:nvSpPr>
            <p:spPr>
              <a:xfrm>
                <a:off x="11139169" y="2613440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⨀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CE6162A-358D-4829-A5C3-0CD1CF1F689F}"/>
                  </a:ext>
                </a:extLst>
              </p:cNvPr>
              <p:cNvSpPr/>
              <p:nvPr/>
            </p:nvSpPr>
            <p:spPr>
              <a:xfrm>
                <a:off x="9175414" y="667535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⨀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5769EAB-2D1A-4D83-AC12-B5FF5A6FF792}"/>
                  </a:ext>
                </a:extLst>
              </p:cNvPr>
              <p:cNvSpPr/>
              <p:nvPr/>
            </p:nvSpPr>
            <p:spPr>
              <a:xfrm>
                <a:off x="7269510" y="2613440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/>
                  <a:t>⨂</a:t>
                </a:r>
                <a:endParaRPr lang="en-AU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028703E-69EB-40B8-94EA-29E52EA0952B}"/>
                  </a:ext>
                </a:extLst>
              </p:cNvPr>
              <p:cNvSpPr/>
              <p:nvPr/>
            </p:nvSpPr>
            <p:spPr>
              <a:xfrm>
                <a:off x="9175414" y="4554167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⨂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F7113CF9-CA11-4572-96EB-7D70FD21A17C}"/>
                      </a:ext>
                    </a:extLst>
                  </p:cNvPr>
                  <p:cNvSpPr/>
                  <p:nvPr/>
                </p:nvSpPr>
                <p:spPr>
                  <a:xfrm>
                    <a:off x="9708954" y="2443849"/>
                    <a:ext cx="36420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AU">
                              <a:latin typeface="Cambria Math" panose="02040503050406030204" pitchFamily="18" charset="0"/>
                            </a:rPr>
                            <m:t>θ</m:t>
                          </m:r>
                        </m:oMath>
                      </m:oMathPara>
                    </a14:m>
                    <a:endParaRPr lang="en-AU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F7113CF9-CA11-4572-96EB-7D70FD21A17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08954" y="2443849"/>
                    <a:ext cx="36420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92CD25C-6936-4666-B2BA-B249CBBEB4AA}"/>
                  </a:ext>
                </a:extLst>
              </p:cNvPr>
              <p:cNvSpPr txBox="1"/>
              <p:nvPr/>
            </p:nvSpPr>
            <p:spPr>
              <a:xfrm>
                <a:off x="6854555" y="2600726"/>
                <a:ext cx="5176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P-</a:t>
                </a:r>
                <a:endParaRPr lang="en-AU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374D0C5-04BF-4F14-8DA8-36606DB4D1CF}"/>
                  </a:ext>
                </a:extLst>
              </p:cNvPr>
              <p:cNvSpPr txBox="1"/>
              <p:nvPr/>
            </p:nvSpPr>
            <p:spPr>
              <a:xfrm>
                <a:off x="9152399" y="311218"/>
                <a:ext cx="462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S+</a:t>
                </a:r>
                <a:endParaRPr lang="en-AU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B284E0E-55EA-4422-93AB-773A3255DE5D}"/>
                  </a:ext>
                </a:extLst>
              </p:cNvPr>
              <p:cNvSpPr txBox="1"/>
              <p:nvPr/>
            </p:nvSpPr>
            <p:spPr>
              <a:xfrm>
                <a:off x="9146069" y="4962774"/>
                <a:ext cx="462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S-</a:t>
                </a:r>
                <a:endParaRPr lang="en-AU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70A8BE8-3A46-49FB-88BD-F9B5503CD1CC}"/>
                      </a:ext>
                    </a:extLst>
                  </p:cNvPr>
                  <p:cNvSpPr/>
                  <p:nvPr/>
                </p:nvSpPr>
                <p:spPr>
                  <a:xfrm>
                    <a:off x="10836208" y="991196"/>
                    <a:ext cx="45352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oMath>
                      </m:oMathPara>
                    </a14:m>
                    <a:endParaRPr lang="en-AU" dirty="0"/>
                  </a:p>
                </p:txBody>
              </p:sp>
            </mc:Choice>
            <mc:Fallback xmlns=""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70A8BE8-3A46-49FB-88BD-F9B5503CD1C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36208" y="991196"/>
                    <a:ext cx="45352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E1B390A-F861-425A-BB90-A808181003B9}"/>
                </a:ext>
              </a:extLst>
            </p:cNvPr>
            <p:cNvSpPr txBox="1"/>
            <p:nvPr/>
          </p:nvSpPr>
          <p:spPr>
            <a:xfrm>
              <a:off x="7965146" y="-141158"/>
              <a:ext cx="28241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3. P-S-Q Rotation Diagram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909437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201A88A-EA59-43EF-B856-E9B24305AAEE}"/>
              </a:ext>
            </a:extLst>
          </p:cNvPr>
          <p:cNvGrpSpPr/>
          <p:nvPr/>
        </p:nvGrpSpPr>
        <p:grpSpPr>
          <a:xfrm rot="17135495">
            <a:off x="6510417" y="2421752"/>
            <a:ext cx="2175432" cy="1230733"/>
            <a:chOff x="143925" y="517849"/>
            <a:chExt cx="6568751" cy="5822302"/>
          </a:xfrm>
          <a:scene3d>
            <a:camera prst="orthographicFront">
              <a:rot lat="21000000" lon="360000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8679064F-6FE2-4540-AE0E-8E9533B1A111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6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25446CA-EC0A-4046-8746-5FA8308CB672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7557EAC-D665-49EF-B3C3-4941C73A19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82B0B80-363A-45DE-82BD-1EE0D4CAD3A3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B30E30EF-6C16-4790-8305-CAFB765104A1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BA655C86-737C-4765-B100-71C5CF26517D}"/>
                    </a:ext>
                  </a:extLst>
                </p:cNvPr>
                <p:cNvCxnSpPr>
                  <a:stCxn id="17" idx="0"/>
                  <a:endCxn id="17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FA531F2C-FE64-4F07-8CB5-BF76F42E0FFE}"/>
                    </a:ext>
                  </a:extLst>
                </p:cNvPr>
                <p:cNvCxnSpPr>
                  <a:stCxn id="17" idx="2"/>
                  <a:endCxn id="17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589DF886-52F9-4E18-9857-9A386B8180D6}"/>
                    </a:ext>
                  </a:extLst>
                </p:cNvPr>
                <p:cNvCxnSpPr>
                  <a:endCxn id="17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4F9EAD52-5161-463E-B877-E227F63F01F9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2811624" y="517849"/>
            <a:ext cx="6568751" cy="5822302"/>
            <a:chOff x="143925" y="517849"/>
            <a:chExt cx="6568751" cy="5822302"/>
          </a:xfrm>
          <a:scene3d>
            <a:camera prst="orthographicFront">
              <a:rot lat="4500000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609503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201A88A-EA59-43EF-B856-E9B24305AAEE}"/>
              </a:ext>
            </a:extLst>
          </p:cNvPr>
          <p:cNvGrpSpPr/>
          <p:nvPr/>
        </p:nvGrpSpPr>
        <p:grpSpPr>
          <a:xfrm rot="17135495">
            <a:off x="6519438" y="2415182"/>
            <a:ext cx="2175432" cy="1230733"/>
            <a:chOff x="143925" y="517849"/>
            <a:chExt cx="6568751" cy="5822302"/>
          </a:xfrm>
          <a:scene3d>
            <a:camera prst="orthographicFront">
              <a:rot lat="21000000" lon="360000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8679064F-6FE2-4540-AE0E-8E9533B1A111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6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82B0B80-363A-45DE-82BD-1EE0D4CAD3A3}"/>
                </a:ext>
              </a:extLst>
            </p:cNvPr>
            <p:cNvGrpSpPr/>
            <p:nvPr/>
          </p:nvGrpSpPr>
          <p:grpSpPr>
            <a:xfrm>
              <a:off x="1291205" y="1291905"/>
              <a:ext cx="4274191" cy="4274189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B30E30EF-6C16-4790-8305-CAFB765104A1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BA655C86-737C-4765-B100-71C5CF26517D}"/>
                  </a:ext>
                </a:extLst>
              </p:cNvPr>
              <p:cNvCxnSpPr>
                <a:cxnSpLocks/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A531F2C-FE64-4F07-8CB5-BF76F42E0FFE}"/>
                  </a:ext>
                </a:extLst>
              </p:cNvPr>
              <p:cNvCxnSpPr>
                <a:cxnSpLocks/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89DF886-52F9-4E18-9857-9A386B8180D6}"/>
                  </a:ext>
                </a:extLst>
              </p:cNvPr>
              <p:cNvCxnSpPr>
                <a:cxnSpLocks/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F9EAD52-5161-463E-B877-E227F63F01F9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2811624" y="517849"/>
            <a:ext cx="6568751" cy="5822302"/>
            <a:chOff x="143925" y="517849"/>
            <a:chExt cx="6568751" cy="5822302"/>
          </a:xfrm>
          <a:scene3d>
            <a:camera prst="orthographicFront">
              <a:rot lat="4500000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7113C9C-DD91-4536-9ACD-D0DFB6A671DF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8F21CC5-F6BD-4A84-B317-DE9928A65307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2B669B44-B4D8-4ABD-897E-209405ED5CA4}"/>
                  </a:ext>
                </a:extLst>
              </p:cNvPr>
              <p:cNvCxnSpPr>
                <a:stCxn id="21" idx="0"/>
                <a:endCxn id="21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688595-4F13-49A3-93EC-C10DFDC1F476}"/>
                  </a:ext>
                </a:extLst>
              </p:cNvPr>
              <p:cNvCxnSpPr>
                <a:stCxn id="21" idx="2"/>
                <a:endCxn id="21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E8072CE4-5460-430F-B895-185AB4724BA6}"/>
                  </a:ext>
                </a:extLst>
              </p:cNvPr>
              <p:cNvCxnSpPr>
                <a:endCxn id="21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DE980B2C-31A2-42E5-93AF-BDA408E6CB27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997965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ight Triangle 75">
            <a:extLst>
              <a:ext uri="{FF2B5EF4-FFF2-40B4-BE49-F238E27FC236}">
                <a16:creationId xmlns:a16="http://schemas.microsoft.com/office/drawing/2014/main" id="{01B68D02-1380-4062-8E7F-A4C664DB73BC}"/>
              </a:ext>
            </a:extLst>
          </p:cNvPr>
          <p:cNvSpPr/>
          <p:nvPr/>
        </p:nvSpPr>
        <p:spPr>
          <a:xfrm rot="5400000">
            <a:off x="4610100" y="5210175"/>
            <a:ext cx="1562100" cy="140970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BC2CD9-955C-413C-A23F-5597ED9E2F9D}"/>
              </a:ext>
            </a:extLst>
          </p:cNvPr>
          <p:cNvSpPr/>
          <p:nvPr/>
        </p:nvSpPr>
        <p:spPr>
          <a:xfrm>
            <a:off x="4200525" y="1333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5" name="Parallelogram 74">
            <a:extLst>
              <a:ext uri="{FF2B5EF4-FFF2-40B4-BE49-F238E27FC236}">
                <a16:creationId xmlns:a16="http://schemas.microsoft.com/office/drawing/2014/main" id="{191BB6C6-F45C-4AA9-890B-E648E0F53825}"/>
              </a:ext>
            </a:extLst>
          </p:cNvPr>
          <p:cNvSpPr/>
          <p:nvPr/>
        </p:nvSpPr>
        <p:spPr>
          <a:xfrm>
            <a:off x="2771775" y="5133975"/>
            <a:ext cx="3324225" cy="1571625"/>
          </a:xfrm>
          <a:prstGeom prst="parallelogram">
            <a:avLst>
              <a:gd name="adj" fmla="val 9166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E61460D-EA87-4378-A890-CFFD2AC02F4D}"/>
              </a:ext>
            </a:extLst>
          </p:cNvPr>
          <p:cNvSpPr/>
          <p:nvPr/>
        </p:nvSpPr>
        <p:spPr>
          <a:xfrm>
            <a:off x="5391151" y="1504948"/>
            <a:ext cx="3452812" cy="387666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FB8C8-58E5-422B-A663-582785E56D47}"/>
              </a:ext>
            </a:extLst>
          </p:cNvPr>
          <p:cNvSpPr/>
          <p:nvPr/>
        </p:nvSpPr>
        <p:spPr>
          <a:xfrm>
            <a:off x="2771775" y="16954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Boundary</a:t>
            </a:r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9D2216-B551-4331-A141-C924C5CD609A}"/>
              </a:ext>
            </a:extLst>
          </p:cNvPr>
          <p:cNvCxnSpPr/>
          <p:nvPr/>
        </p:nvCxnSpPr>
        <p:spPr>
          <a:xfrm>
            <a:off x="4181475" y="123825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C56409B-3C00-46F9-8761-2DA20C1A009F}"/>
              </a:ext>
            </a:extLst>
          </p:cNvPr>
          <p:cNvCxnSpPr/>
          <p:nvPr/>
        </p:nvCxnSpPr>
        <p:spPr>
          <a:xfrm flipH="1">
            <a:off x="4638675" y="133350"/>
            <a:ext cx="1457325" cy="1562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arallelogram 73">
            <a:extLst>
              <a:ext uri="{FF2B5EF4-FFF2-40B4-BE49-F238E27FC236}">
                <a16:creationId xmlns:a16="http://schemas.microsoft.com/office/drawing/2014/main" id="{B9893027-9C8A-4F61-A2C4-1A803E2E1ADE}"/>
              </a:ext>
            </a:extLst>
          </p:cNvPr>
          <p:cNvSpPr/>
          <p:nvPr/>
        </p:nvSpPr>
        <p:spPr>
          <a:xfrm>
            <a:off x="2771775" y="123825"/>
            <a:ext cx="3324225" cy="1571625"/>
          </a:xfrm>
          <a:prstGeom prst="parallelogram">
            <a:avLst>
              <a:gd name="adj" fmla="val 91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E55F884-BBF7-41FF-80A8-1CD44788AFAC}"/>
              </a:ext>
            </a:extLst>
          </p:cNvPr>
          <p:cNvCxnSpPr/>
          <p:nvPr/>
        </p:nvCxnSpPr>
        <p:spPr>
          <a:xfrm>
            <a:off x="4667250" y="1695450"/>
            <a:ext cx="1428750" cy="34480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C55F3F5-37DE-4A50-86CD-16B22DF38F7F}"/>
              </a:ext>
            </a:extLst>
          </p:cNvPr>
          <p:cNvCxnSpPr>
            <a:cxnSpLocks/>
          </p:cNvCxnSpPr>
          <p:nvPr/>
        </p:nvCxnSpPr>
        <p:spPr>
          <a:xfrm flipH="1">
            <a:off x="4667250" y="123825"/>
            <a:ext cx="1428751" cy="65722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88B5CD7-BC69-4A5F-B182-1352E14AC38F}"/>
              </a:ext>
            </a:extLst>
          </p:cNvPr>
          <p:cNvCxnSpPr/>
          <p:nvPr/>
        </p:nvCxnSpPr>
        <p:spPr>
          <a:xfrm>
            <a:off x="5362575" y="3429000"/>
            <a:ext cx="6438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1DE0EB3-F2F2-46FF-922B-1DF22D11AFF8}"/>
              </a:ext>
            </a:extLst>
          </p:cNvPr>
          <p:cNvGrpSpPr/>
          <p:nvPr/>
        </p:nvGrpSpPr>
        <p:grpSpPr>
          <a:xfrm>
            <a:off x="5381625" y="1504949"/>
            <a:ext cx="4664866" cy="3876671"/>
            <a:chOff x="5391149" y="1504949"/>
            <a:chExt cx="5124451" cy="3876671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F163BD4-AA1B-4361-9631-79D6AC55415E}"/>
                </a:ext>
              </a:extLst>
            </p:cNvPr>
            <p:cNvSpPr/>
            <p:nvPr/>
          </p:nvSpPr>
          <p:spPr>
            <a:xfrm>
              <a:off x="7386636" y="1504949"/>
              <a:ext cx="3128964" cy="387667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5" name="Arc 84">
              <a:extLst>
                <a:ext uri="{FF2B5EF4-FFF2-40B4-BE49-F238E27FC236}">
                  <a16:creationId xmlns:a16="http://schemas.microsoft.com/office/drawing/2014/main" id="{DF476ACF-B5A3-4F80-9221-69B4506151FA}"/>
                </a:ext>
              </a:extLst>
            </p:cNvPr>
            <p:cNvSpPr/>
            <p:nvPr/>
          </p:nvSpPr>
          <p:spPr>
            <a:xfrm>
              <a:off x="5391149" y="1504949"/>
              <a:ext cx="4010025" cy="3876671"/>
            </a:xfrm>
            <a:prstGeom prst="arc">
              <a:avLst>
                <a:gd name="adj1" fmla="val 5284043"/>
                <a:gd name="adj2" fmla="val 1625085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D968066-E957-48F0-973B-2C2DCCE6CE60}"/>
              </a:ext>
            </a:extLst>
          </p:cNvPr>
          <p:cNvCxnSpPr>
            <a:stCxn id="74" idx="2"/>
            <a:endCxn id="76" idx="5"/>
          </p:cNvCxnSpPr>
          <p:nvPr/>
        </p:nvCxnSpPr>
        <p:spPr>
          <a:xfrm>
            <a:off x="5375669" y="909638"/>
            <a:ext cx="15481" cy="5005387"/>
          </a:xfrm>
          <a:prstGeom prst="line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5434850-5526-450E-94C5-7AD7059AD7BE}"/>
              </a:ext>
            </a:extLst>
          </p:cNvPr>
          <p:cNvCxnSpPr/>
          <p:nvPr/>
        </p:nvCxnSpPr>
        <p:spPr>
          <a:xfrm flipH="1">
            <a:off x="5362575" y="1504949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A5AEC7D-0274-41B0-922D-2D0CF578D1C9}"/>
              </a:ext>
            </a:extLst>
          </p:cNvPr>
          <p:cNvCxnSpPr/>
          <p:nvPr/>
        </p:nvCxnSpPr>
        <p:spPr>
          <a:xfrm flipH="1">
            <a:off x="5276850" y="5381616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3831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640CCE-8133-4BD6-98AD-BD78F018526B}"/>
              </a:ext>
            </a:extLst>
          </p:cNvPr>
          <p:cNvGrpSpPr/>
          <p:nvPr/>
        </p:nvGrpSpPr>
        <p:grpSpPr>
          <a:xfrm rot="20467488">
            <a:off x="426246" y="-207275"/>
            <a:ext cx="3845711" cy="3876671"/>
            <a:chOff x="8235557" y="1504948"/>
            <a:chExt cx="3845711" cy="386567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A76EF59-B7BA-4938-9A73-987552FF54B4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CBB3B-E045-43BB-8289-95F3F5FFCA49}"/>
                </a:ext>
              </a:extLst>
            </p:cNvPr>
            <p:cNvCxnSpPr>
              <a:cxnSpLocks/>
              <a:stCxn id="5" idx="2"/>
              <a:endCxn id="8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9DFF03A-2D52-4A39-BC96-B758A6869727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86416F-A746-4755-B045-0ADDCEB5CA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08BD11C9-A124-45E0-9548-E40C068E77F5}"/>
                  </a:ext>
                </a:extLst>
              </p:cNvPr>
              <p:cNvCxnSpPr>
                <a:cxnSpLocks/>
                <a:stCxn id="8" idx="0"/>
                <a:endCxn id="8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E0DFA03A-7FA6-4D6F-B19F-62B9767F03F7}"/>
                  </a:ext>
                </a:extLst>
              </p:cNvPr>
              <p:cNvCxnSpPr>
                <a:cxnSpLocks/>
                <a:endCxn id="5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C13AE80-46C3-45BA-BDCB-9BEA24098A29}"/>
              </a:ext>
            </a:extLst>
          </p:cNvPr>
          <p:cNvGrpSpPr/>
          <p:nvPr/>
        </p:nvGrpSpPr>
        <p:grpSpPr>
          <a:xfrm rot="20467488">
            <a:off x="7873053" y="3248666"/>
            <a:ext cx="3845711" cy="1027638"/>
            <a:chOff x="8235557" y="1504948"/>
            <a:chExt cx="3845711" cy="386567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90339E7-42EA-4473-8D72-F230C332CD0F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C760F8-B686-4093-ABCF-C8EB13D27E76}"/>
                </a:ext>
              </a:extLst>
            </p:cNvPr>
            <p:cNvCxnSpPr>
              <a:cxnSpLocks/>
              <a:stCxn id="12" idx="2"/>
              <a:endCxn id="15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4F4BB3-3EF9-4800-A94D-BB7BA2BCD1D3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41317484-EB2F-4CBD-A773-7E6AF422A4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FD02530-C483-4848-93E3-FB2CADF345F7}"/>
                  </a:ext>
                </a:extLst>
              </p:cNvPr>
              <p:cNvCxnSpPr>
                <a:cxnSpLocks/>
                <a:stCxn id="15" idx="0"/>
                <a:endCxn id="15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9EE9A81E-9F90-4351-A938-326B8F638040}"/>
                  </a:ext>
                </a:extLst>
              </p:cNvPr>
              <p:cNvCxnSpPr>
                <a:cxnSpLocks/>
                <a:endCxn id="12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41B79AB6-7C38-4C4E-8D91-AB15CB72B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67" y="4017752"/>
            <a:ext cx="4919898" cy="932524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09F8B7D-38EB-466F-A9DD-1CCF496CB640}"/>
              </a:ext>
            </a:extLst>
          </p:cNvPr>
          <p:cNvGrpSpPr/>
          <p:nvPr/>
        </p:nvGrpSpPr>
        <p:grpSpPr>
          <a:xfrm>
            <a:off x="4795623" y="5067427"/>
            <a:ext cx="3845711" cy="1467681"/>
            <a:chOff x="8235557" y="1504948"/>
            <a:chExt cx="3845711" cy="386567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BEBAF1A-8F81-45AE-B39B-CA03812EC302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4B640E0-2962-40E1-8F22-EC2C4081834A}"/>
                </a:ext>
              </a:extLst>
            </p:cNvPr>
            <p:cNvCxnSpPr>
              <a:cxnSpLocks/>
              <a:stCxn id="34" idx="2"/>
              <a:endCxn id="37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FB206AE-EC82-4395-9950-83206B0D83E3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68CA89C3-BAF2-48A9-95A7-C65CB0470D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6F121E4A-9941-408E-A4FB-1A4FE49762B7}"/>
                  </a:ext>
                </a:extLst>
              </p:cNvPr>
              <p:cNvCxnSpPr>
                <a:cxnSpLocks/>
                <a:stCxn id="37" idx="0"/>
                <a:endCxn id="37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F347BEA-15A0-42F7-A7E9-5A1E610E62D3}"/>
                  </a:ext>
                </a:extLst>
              </p:cNvPr>
              <p:cNvCxnSpPr>
                <a:cxnSpLocks/>
                <a:endCxn id="37" idx="3"/>
              </p:cNvCxnSpPr>
              <p:nvPr/>
            </p:nvCxnSpPr>
            <p:spPr>
              <a:xfrm>
                <a:off x="10161826" y="3437783"/>
                <a:ext cx="1919442" cy="272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C5C71BE9-BC26-4793-B323-3D25218B1F42}"/>
              </a:ext>
            </a:extLst>
          </p:cNvPr>
          <p:cNvSpPr txBox="1"/>
          <p:nvPr/>
        </p:nvSpPr>
        <p:spPr>
          <a:xfrm>
            <a:off x="4682169" y="1399142"/>
            <a:ext cx="2095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Original - Free space</a:t>
            </a:r>
            <a:endParaRPr lang="en-AU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8AFE09-BD76-400C-AC73-F6A50DBD6B2F}"/>
              </a:ext>
            </a:extLst>
          </p:cNvPr>
          <p:cNvSpPr txBox="1"/>
          <p:nvPr/>
        </p:nvSpPr>
        <p:spPr>
          <a:xfrm>
            <a:off x="8174516" y="2981216"/>
            <a:ext cx="1537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 axis reduced</a:t>
            </a:r>
            <a:endParaRPr lang="en-A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D499E00-057E-467D-9990-49A66DEC0807}"/>
              </a:ext>
            </a:extLst>
          </p:cNvPr>
          <p:cNvSpPr txBox="1"/>
          <p:nvPr/>
        </p:nvSpPr>
        <p:spPr>
          <a:xfrm>
            <a:off x="959983" y="5029417"/>
            <a:ext cx="1524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Y axis reduced</a:t>
            </a:r>
            <a:endParaRPr lang="en-AU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39B218-ACA3-4BA7-A935-03BEB75C1E41}"/>
              </a:ext>
            </a:extLst>
          </p:cNvPr>
          <p:cNvSpPr txBox="1"/>
          <p:nvPr/>
        </p:nvSpPr>
        <p:spPr>
          <a:xfrm>
            <a:off x="9033831" y="5801267"/>
            <a:ext cx="3136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Ring rotated and vector rotated</a:t>
            </a:r>
            <a:br>
              <a:rPr lang="en-GB" dirty="0"/>
            </a:br>
            <a:r>
              <a:rPr lang="en-GB" dirty="0"/>
              <a:t>B=Y,  reduced.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012334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ight Triangle 75">
            <a:extLst>
              <a:ext uri="{FF2B5EF4-FFF2-40B4-BE49-F238E27FC236}">
                <a16:creationId xmlns:a16="http://schemas.microsoft.com/office/drawing/2014/main" id="{01B68D02-1380-4062-8E7F-A4C664DB73BC}"/>
              </a:ext>
            </a:extLst>
          </p:cNvPr>
          <p:cNvSpPr/>
          <p:nvPr/>
        </p:nvSpPr>
        <p:spPr>
          <a:xfrm rot="5400000">
            <a:off x="4610100" y="5210175"/>
            <a:ext cx="1562100" cy="140970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BC2CD9-955C-413C-A23F-5597ED9E2F9D}"/>
              </a:ext>
            </a:extLst>
          </p:cNvPr>
          <p:cNvSpPr/>
          <p:nvPr/>
        </p:nvSpPr>
        <p:spPr>
          <a:xfrm>
            <a:off x="4200525" y="1333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5" name="Parallelogram 74">
            <a:extLst>
              <a:ext uri="{FF2B5EF4-FFF2-40B4-BE49-F238E27FC236}">
                <a16:creationId xmlns:a16="http://schemas.microsoft.com/office/drawing/2014/main" id="{191BB6C6-F45C-4AA9-890B-E648E0F53825}"/>
              </a:ext>
            </a:extLst>
          </p:cNvPr>
          <p:cNvSpPr/>
          <p:nvPr/>
        </p:nvSpPr>
        <p:spPr>
          <a:xfrm>
            <a:off x="2771775" y="5133975"/>
            <a:ext cx="3324225" cy="1571625"/>
          </a:xfrm>
          <a:prstGeom prst="parallelogram">
            <a:avLst>
              <a:gd name="adj" fmla="val 9166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E61460D-EA87-4378-A890-CFFD2AC02F4D}"/>
              </a:ext>
            </a:extLst>
          </p:cNvPr>
          <p:cNvSpPr/>
          <p:nvPr/>
        </p:nvSpPr>
        <p:spPr>
          <a:xfrm>
            <a:off x="5391151" y="1493947"/>
            <a:ext cx="3452812" cy="388766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FB8C8-58E5-422B-A663-582785E56D47}"/>
              </a:ext>
            </a:extLst>
          </p:cNvPr>
          <p:cNvSpPr/>
          <p:nvPr/>
        </p:nvSpPr>
        <p:spPr>
          <a:xfrm>
            <a:off x="2771775" y="16954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Boundary</a:t>
            </a:r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9D2216-B551-4331-A141-C924C5CD609A}"/>
              </a:ext>
            </a:extLst>
          </p:cNvPr>
          <p:cNvCxnSpPr/>
          <p:nvPr/>
        </p:nvCxnSpPr>
        <p:spPr>
          <a:xfrm>
            <a:off x="4181475" y="123825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C56409B-3C00-46F9-8761-2DA20C1A009F}"/>
              </a:ext>
            </a:extLst>
          </p:cNvPr>
          <p:cNvCxnSpPr/>
          <p:nvPr/>
        </p:nvCxnSpPr>
        <p:spPr>
          <a:xfrm flipH="1">
            <a:off x="4638675" y="133350"/>
            <a:ext cx="1457325" cy="1562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arallelogram 73">
            <a:extLst>
              <a:ext uri="{FF2B5EF4-FFF2-40B4-BE49-F238E27FC236}">
                <a16:creationId xmlns:a16="http://schemas.microsoft.com/office/drawing/2014/main" id="{B9893027-9C8A-4F61-A2C4-1A803E2E1ADE}"/>
              </a:ext>
            </a:extLst>
          </p:cNvPr>
          <p:cNvSpPr/>
          <p:nvPr/>
        </p:nvSpPr>
        <p:spPr>
          <a:xfrm>
            <a:off x="2771775" y="123825"/>
            <a:ext cx="3324225" cy="1571625"/>
          </a:xfrm>
          <a:prstGeom prst="parallelogram">
            <a:avLst>
              <a:gd name="adj" fmla="val 91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E55F884-BBF7-41FF-80A8-1CD44788AFAC}"/>
              </a:ext>
            </a:extLst>
          </p:cNvPr>
          <p:cNvCxnSpPr/>
          <p:nvPr/>
        </p:nvCxnSpPr>
        <p:spPr>
          <a:xfrm>
            <a:off x="4667250" y="1695450"/>
            <a:ext cx="1428750" cy="34480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C55F3F5-37DE-4A50-86CD-16B22DF38F7F}"/>
              </a:ext>
            </a:extLst>
          </p:cNvPr>
          <p:cNvCxnSpPr>
            <a:cxnSpLocks/>
          </p:cNvCxnSpPr>
          <p:nvPr/>
        </p:nvCxnSpPr>
        <p:spPr>
          <a:xfrm flipH="1">
            <a:off x="4667250" y="123825"/>
            <a:ext cx="1428751" cy="65722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88B5CD7-BC69-4A5F-B182-1352E14AC38F}"/>
              </a:ext>
            </a:extLst>
          </p:cNvPr>
          <p:cNvCxnSpPr/>
          <p:nvPr/>
        </p:nvCxnSpPr>
        <p:spPr>
          <a:xfrm>
            <a:off x="5362575" y="3429000"/>
            <a:ext cx="6438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1DE0EB3-F2F2-46FF-922B-1DF22D11AFF8}"/>
              </a:ext>
            </a:extLst>
          </p:cNvPr>
          <p:cNvGrpSpPr/>
          <p:nvPr/>
        </p:nvGrpSpPr>
        <p:grpSpPr>
          <a:xfrm>
            <a:off x="5381625" y="1486661"/>
            <a:ext cx="6810374" cy="3894959"/>
            <a:chOff x="5391149" y="1504949"/>
            <a:chExt cx="7481336" cy="3876671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F163BD4-AA1B-4361-9631-79D6AC55415E}"/>
                </a:ext>
              </a:extLst>
            </p:cNvPr>
            <p:cNvSpPr/>
            <p:nvPr/>
          </p:nvSpPr>
          <p:spPr>
            <a:xfrm>
              <a:off x="7386635" y="1504949"/>
              <a:ext cx="5485850" cy="387667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5" name="Arc 84">
              <a:extLst>
                <a:ext uri="{FF2B5EF4-FFF2-40B4-BE49-F238E27FC236}">
                  <a16:creationId xmlns:a16="http://schemas.microsoft.com/office/drawing/2014/main" id="{DF476ACF-B5A3-4F80-9221-69B4506151FA}"/>
                </a:ext>
              </a:extLst>
            </p:cNvPr>
            <p:cNvSpPr/>
            <p:nvPr/>
          </p:nvSpPr>
          <p:spPr>
            <a:xfrm>
              <a:off x="5391149" y="1504949"/>
              <a:ext cx="4010025" cy="3876671"/>
            </a:xfrm>
            <a:prstGeom prst="arc">
              <a:avLst>
                <a:gd name="adj1" fmla="val 5284043"/>
                <a:gd name="adj2" fmla="val 16202117"/>
              </a:avLst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D968066-E957-48F0-973B-2C2DCCE6CE60}"/>
              </a:ext>
            </a:extLst>
          </p:cNvPr>
          <p:cNvCxnSpPr>
            <a:stCxn id="74" idx="2"/>
            <a:endCxn id="76" idx="5"/>
          </p:cNvCxnSpPr>
          <p:nvPr/>
        </p:nvCxnSpPr>
        <p:spPr>
          <a:xfrm>
            <a:off x="5375669" y="909638"/>
            <a:ext cx="15481" cy="5005387"/>
          </a:xfrm>
          <a:prstGeom prst="line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5434850-5526-450E-94C5-7AD7059AD7BE}"/>
              </a:ext>
            </a:extLst>
          </p:cNvPr>
          <p:cNvCxnSpPr/>
          <p:nvPr/>
        </p:nvCxnSpPr>
        <p:spPr>
          <a:xfrm flipH="1">
            <a:off x="5362575" y="1486661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A5AEC7D-0274-41B0-922D-2D0CF578D1C9}"/>
              </a:ext>
            </a:extLst>
          </p:cNvPr>
          <p:cNvCxnSpPr/>
          <p:nvPr/>
        </p:nvCxnSpPr>
        <p:spPr>
          <a:xfrm flipH="1">
            <a:off x="5276850" y="5381616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CB2AC21-9124-4FAD-BF0A-9D96AF40F498}"/>
              </a:ext>
            </a:extLst>
          </p:cNvPr>
          <p:cNvGrpSpPr/>
          <p:nvPr/>
        </p:nvGrpSpPr>
        <p:grpSpPr>
          <a:xfrm rot="20467488">
            <a:off x="8235557" y="1493947"/>
            <a:ext cx="3845711" cy="3876671"/>
            <a:chOff x="8235557" y="1504948"/>
            <a:chExt cx="3845711" cy="386567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9C2052D-39A1-4569-BDDE-B46AD805F31D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07015D-A4D8-4BAA-9EC2-61B0958757EB}"/>
                </a:ext>
              </a:extLst>
            </p:cNvPr>
            <p:cNvCxnSpPr>
              <a:cxnSpLocks/>
              <a:stCxn id="25" idx="2"/>
              <a:endCxn id="24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533A81F-FF15-4DF5-A1B1-BE6940B58B6A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A2ABCCBD-3952-4123-A3E8-91A5ADB90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6A87B93C-93B7-492D-A84B-8DC170F22939}"/>
                  </a:ext>
                </a:extLst>
              </p:cNvPr>
              <p:cNvCxnSpPr>
                <a:cxnSpLocks/>
                <a:stCxn id="24" idx="0"/>
                <a:endCxn id="24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2ABE6A27-748D-472C-A63B-9116E5266B37}"/>
                  </a:ext>
                </a:extLst>
              </p:cNvPr>
              <p:cNvCxnSpPr>
                <a:cxnSpLocks/>
                <a:endCxn id="25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305309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 3">
            <a:extLst>
              <a:ext uri="{FF2B5EF4-FFF2-40B4-BE49-F238E27FC236}">
                <a16:creationId xmlns:a16="http://schemas.microsoft.com/office/drawing/2014/main" id="{A54C5E43-D85B-4265-8DBC-6D170C7EAB7A}"/>
              </a:ext>
            </a:extLst>
          </p:cNvPr>
          <p:cNvSpPr/>
          <p:nvPr/>
        </p:nvSpPr>
        <p:spPr>
          <a:xfrm>
            <a:off x="3316077" y="782198"/>
            <a:ext cx="2247441" cy="2646802"/>
          </a:xfrm>
          <a:prstGeom prst="arc">
            <a:avLst>
              <a:gd name="adj1" fmla="val 109156"/>
              <a:gd name="adj2" fmla="val 555336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A24D954-43C4-429B-8C47-6C5DD3DF494C}"/>
              </a:ext>
            </a:extLst>
          </p:cNvPr>
          <p:cNvSpPr/>
          <p:nvPr/>
        </p:nvSpPr>
        <p:spPr>
          <a:xfrm flipV="1">
            <a:off x="3316077" y="3516217"/>
            <a:ext cx="2247441" cy="2646802"/>
          </a:xfrm>
          <a:prstGeom prst="arc">
            <a:avLst>
              <a:gd name="adj1" fmla="val 109156"/>
              <a:gd name="adj2" fmla="val 555336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247752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D40488A-4B87-481F-A194-F73A36648E98}"/>
              </a:ext>
            </a:extLst>
          </p:cNvPr>
          <p:cNvGrpSpPr/>
          <p:nvPr/>
        </p:nvGrpSpPr>
        <p:grpSpPr>
          <a:xfrm>
            <a:off x="1016270" y="1088571"/>
            <a:ext cx="9599480" cy="4317641"/>
            <a:chOff x="1016270" y="1088571"/>
            <a:chExt cx="9599480" cy="4317641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D286CA9-84FE-46F6-8BFF-ACF9824E2C0B}"/>
                </a:ext>
              </a:extLst>
            </p:cNvPr>
            <p:cNvSpPr/>
            <p:nvPr/>
          </p:nvSpPr>
          <p:spPr>
            <a:xfrm>
              <a:off x="4984850" y="1923415"/>
              <a:ext cx="1637790" cy="1637790"/>
            </a:xfrm>
            <a:prstGeom prst="ellipse">
              <a:avLst/>
            </a:prstGeom>
            <a:gradFill flip="none" rotWithShape="1">
              <a:gsLst>
                <a:gs pos="71000">
                  <a:schemeClr val="bg1"/>
                </a:gs>
                <a:gs pos="100000">
                  <a:schemeClr val="bg1"/>
                </a:gs>
                <a:gs pos="7000">
                  <a:srgbClr val="9CB4E0"/>
                </a:gs>
                <a:gs pos="0">
                  <a:schemeClr val="accent1">
                    <a:lumMod val="7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B1C5496-AF4F-4B4E-8789-A9ADB74491EB}"/>
                </a:ext>
              </a:extLst>
            </p:cNvPr>
            <p:cNvGrpSpPr/>
            <p:nvPr/>
          </p:nvGrpSpPr>
          <p:grpSpPr>
            <a:xfrm>
              <a:off x="4036234" y="4829552"/>
              <a:ext cx="3542768" cy="530912"/>
              <a:chOff x="143925" y="517849"/>
              <a:chExt cx="6568751" cy="5822302"/>
            </a:xfrm>
          </p:grpSpPr>
          <p:sp>
            <p:nvSpPr>
              <p:cNvPr id="7" name="Flowchart: Manual Operation 6">
                <a:extLst>
                  <a:ext uri="{FF2B5EF4-FFF2-40B4-BE49-F238E27FC236}">
                    <a16:creationId xmlns:a16="http://schemas.microsoft.com/office/drawing/2014/main" id="{A898B8CA-4964-484B-AEE9-9D8A9600B9D6}"/>
                  </a:ext>
                </a:extLst>
              </p:cNvPr>
              <p:cNvSpPr/>
              <p:nvPr/>
            </p:nvSpPr>
            <p:spPr>
              <a:xfrm flipV="1">
                <a:off x="143925" y="517849"/>
                <a:ext cx="6568751" cy="5822302"/>
              </a:xfrm>
              <a:prstGeom prst="flowChartManualOperation">
                <a:avLst/>
              </a:prstGeom>
              <a:solidFill>
                <a:schemeClr val="bg1">
                  <a:lumMod val="50000"/>
                  <a:alpha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1EECDE72-B5C3-4F17-9DF2-DF3143BA9BA3}"/>
                  </a:ext>
                </a:extLst>
              </p:cNvPr>
              <p:cNvGrpSpPr/>
              <p:nvPr/>
            </p:nvGrpSpPr>
            <p:grpSpPr>
              <a:xfrm>
                <a:off x="1291201" y="1291905"/>
                <a:ext cx="4282588" cy="4274190"/>
                <a:chOff x="1291201" y="1291905"/>
                <a:chExt cx="4282588" cy="4274190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C77CDC4E-7500-404C-B658-F711E6DD9F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91201" y="1292207"/>
                  <a:ext cx="4282588" cy="4273588"/>
                </a:xfrm>
                <a:prstGeom prst="rect">
                  <a:avLst/>
                </a:prstGeom>
              </p:spPr>
            </p:pic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7F5AC4DB-AFF9-40F9-B950-28D2812A7D20}"/>
                    </a:ext>
                  </a:extLst>
                </p:cNvPr>
                <p:cNvGrpSpPr/>
                <p:nvPr/>
              </p:nvGrpSpPr>
              <p:grpSpPr>
                <a:xfrm>
                  <a:off x="1291206" y="1291905"/>
                  <a:ext cx="4274190" cy="4274190"/>
                  <a:chOff x="1291206" y="1291905"/>
                  <a:chExt cx="4274190" cy="4274190"/>
                </a:xfrm>
                <a:scene3d>
                  <a:camera prst="orthographicFront">
                    <a:rot lat="0" lon="0" rev="0"/>
                  </a:camera>
                  <a:lightRig rig="threePt" dir="t"/>
                </a:scene3d>
              </p:grpSpPr>
              <p:sp>
                <p:nvSpPr>
                  <p:cNvPr id="11" name="Oval 10">
                    <a:extLst>
                      <a:ext uri="{FF2B5EF4-FFF2-40B4-BE49-F238E27FC236}">
                        <a16:creationId xmlns:a16="http://schemas.microsoft.com/office/drawing/2014/main" id="{1F3D646E-F7C8-436E-8F37-A66C9F242143}"/>
                      </a:ext>
                    </a:extLst>
                  </p:cNvPr>
                  <p:cNvSpPr/>
                  <p:nvPr/>
                </p:nvSpPr>
                <p:spPr>
                  <a:xfrm>
                    <a:off x="1291206" y="1291905"/>
                    <a:ext cx="4274190" cy="4274190"/>
                  </a:xfrm>
                  <a:prstGeom prst="ellipse">
                    <a:avLst/>
                  </a:prstGeom>
                  <a:noFill/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cxnSp>
                <p:nvCxnSpPr>
                  <p:cNvPr id="12" name="Straight Connector 11">
                    <a:extLst>
                      <a:ext uri="{FF2B5EF4-FFF2-40B4-BE49-F238E27FC236}">
                        <a16:creationId xmlns:a16="http://schemas.microsoft.com/office/drawing/2014/main" id="{10A2F2DB-289C-49C8-AE39-5D1C14804951}"/>
                      </a:ext>
                    </a:extLst>
                  </p:cNvPr>
                  <p:cNvCxnSpPr>
                    <a:stCxn id="11" idx="0"/>
                    <a:endCxn id="11" idx="4"/>
                  </p:cNvCxnSpPr>
                  <p:nvPr/>
                </p:nvCxnSpPr>
                <p:spPr>
                  <a:xfrm>
                    <a:off x="3428301" y="1291905"/>
                    <a:ext cx="0" cy="427419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Straight Connector 12">
                    <a:extLst>
                      <a:ext uri="{FF2B5EF4-FFF2-40B4-BE49-F238E27FC236}">
                        <a16:creationId xmlns:a16="http://schemas.microsoft.com/office/drawing/2014/main" id="{7ED648D0-F8AA-483C-B239-E6E7AC4A598A}"/>
                      </a:ext>
                    </a:extLst>
                  </p:cNvPr>
                  <p:cNvCxnSpPr>
                    <a:stCxn id="11" idx="2"/>
                    <a:endCxn id="11" idx="6"/>
                  </p:cNvCxnSpPr>
                  <p:nvPr/>
                </p:nvCxnSpPr>
                <p:spPr>
                  <a:xfrm>
                    <a:off x="1291206" y="3429000"/>
                    <a:ext cx="4274190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Straight Arrow Connector 13">
                    <a:extLst>
                      <a:ext uri="{FF2B5EF4-FFF2-40B4-BE49-F238E27FC236}">
                        <a16:creationId xmlns:a16="http://schemas.microsoft.com/office/drawing/2014/main" id="{F1E486FB-1B54-4A57-8999-3213A0FBB574}"/>
                      </a:ext>
                    </a:extLst>
                  </p:cNvPr>
                  <p:cNvCxnSpPr>
                    <a:endCxn id="11" idx="7"/>
                  </p:cNvCxnSpPr>
                  <p:nvPr/>
                </p:nvCxnSpPr>
                <p:spPr>
                  <a:xfrm flipV="1">
                    <a:off x="3428301" y="1917846"/>
                    <a:ext cx="1511154" cy="1511154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" name="Straight Connector 14">
                    <a:extLst>
                      <a:ext uri="{FF2B5EF4-FFF2-40B4-BE49-F238E27FC236}">
                        <a16:creationId xmlns:a16="http://schemas.microsoft.com/office/drawing/2014/main" id="{929DA9C2-0E3B-49F7-AC52-B928EA4D5210}"/>
                      </a:ext>
                    </a:extLst>
                  </p:cNvPr>
                  <p:cNvCxnSpPr/>
                  <p:nvPr/>
                </p:nvCxnSpPr>
                <p:spPr>
                  <a:xfrm>
                    <a:off x="4379053" y="2474752"/>
                    <a:ext cx="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2C8B944-4903-4110-ACA2-E2E9034D46DD}"/>
                </a:ext>
              </a:extLst>
            </p:cNvPr>
            <p:cNvCxnSpPr>
              <a:cxnSpLocks/>
            </p:cNvCxnSpPr>
            <p:nvPr/>
          </p:nvCxnSpPr>
          <p:spPr>
            <a:xfrm>
              <a:off x="5807618" y="2747262"/>
              <a:ext cx="8393" cy="2347746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3F17EB9-B364-433F-9E1B-37CE8C3BA79A}"/>
                </a:ext>
              </a:extLst>
            </p:cNvPr>
            <p:cNvGrpSpPr/>
            <p:nvPr/>
          </p:nvGrpSpPr>
          <p:grpSpPr>
            <a:xfrm>
              <a:off x="1016270" y="2006166"/>
              <a:ext cx="9599480" cy="1438558"/>
              <a:chOff x="143925" y="517849"/>
              <a:chExt cx="6568751" cy="5822302"/>
            </a:xfrm>
          </p:grpSpPr>
          <p:sp>
            <p:nvSpPr>
              <p:cNvPr id="19" name="Flowchart: Manual Operation 18">
                <a:extLst>
                  <a:ext uri="{FF2B5EF4-FFF2-40B4-BE49-F238E27FC236}">
                    <a16:creationId xmlns:a16="http://schemas.microsoft.com/office/drawing/2014/main" id="{67097BFD-DD46-4F6B-A035-CC3D5D68CCF3}"/>
                  </a:ext>
                </a:extLst>
              </p:cNvPr>
              <p:cNvSpPr/>
              <p:nvPr/>
            </p:nvSpPr>
            <p:spPr>
              <a:xfrm flipV="1">
                <a:off x="143925" y="517849"/>
                <a:ext cx="6568751" cy="5822302"/>
              </a:xfrm>
              <a:prstGeom prst="flowChartManualOperation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50E9349-7B44-4F6C-BA40-A2330FD0A473}"/>
                  </a:ext>
                </a:extLst>
              </p:cNvPr>
              <p:cNvGrpSpPr/>
              <p:nvPr/>
            </p:nvGrpSpPr>
            <p:grpSpPr>
              <a:xfrm>
                <a:off x="1291201" y="1291905"/>
                <a:ext cx="4282588" cy="4274190"/>
                <a:chOff x="1291201" y="1291905"/>
                <a:chExt cx="4282588" cy="4274190"/>
              </a:xfrm>
            </p:grpSpPr>
            <p:pic>
              <p:nvPicPr>
                <p:cNvPr id="21" name="Picture 20">
                  <a:extLst>
                    <a:ext uri="{FF2B5EF4-FFF2-40B4-BE49-F238E27FC236}">
                      <a16:creationId xmlns:a16="http://schemas.microsoft.com/office/drawing/2014/main" id="{AC669A94-2216-4D0A-9B13-9DBB202FD2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91201" y="1292207"/>
                  <a:ext cx="4282588" cy="4273588"/>
                </a:xfrm>
                <a:prstGeom prst="rect">
                  <a:avLst/>
                </a:prstGeom>
              </p:spPr>
            </p:pic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F0B16C4C-42A8-48C9-B300-3D8D3AC99A41}"/>
                    </a:ext>
                  </a:extLst>
                </p:cNvPr>
                <p:cNvGrpSpPr/>
                <p:nvPr/>
              </p:nvGrpSpPr>
              <p:grpSpPr>
                <a:xfrm>
                  <a:off x="1291206" y="1291905"/>
                  <a:ext cx="4274190" cy="4274190"/>
                  <a:chOff x="1291206" y="1291905"/>
                  <a:chExt cx="4274190" cy="4274190"/>
                </a:xfrm>
                <a:scene3d>
                  <a:camera prst="orthographicFront">
                    <a:rot lat="0" lon="0" rev="0"/>
                  </a:camera>
                  <a:lightRig rig="threePt" dir="t"/>
                </a:scene3d>
              </p:grpSpPr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2C9B85E8-D89C-42E8-9B8F-655AA6101268}"/>
                      </a:ext>
                    </a:extLst>
                  </p:cNvPr>
                  <p:cNvSpPr/>
                  <p:nvPr/>
                </p:nvSpPr>
                <p:spPr>
                  <a:xfrm>
                    <a:off x="1291206" y="1291905"/>
                    <a:ext cx="4274190" cy="4274190"/>
                  </a:xfrm>
                  <a:prstGeom prst="ellipse">
                    <a:avLst/>
                  </a:prstGeom>
                  <a:noFill/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73B449-1032-4F8A-8BD3-7983BF259076}"/>
                      </a:ext>
                    </a:extLst>
                  </p:cNvPr>
                  <p:cNvCxnSpPr>
                    <a:stCxn id="23" idx="0"/>
                    <a:endCxn id="23" idx="4"/>
                  </p:cNvCxnSpPr>
                  <p:nvPr/>
                </p:nvCxnSpPr>
                <p:spPr>
                  <a:xfrm>
                    <a:off x="3428301" y="1291905"/>
                    <a:ext cx="0" cy="427419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D313EBA-A523-4159-A210-DFDA36CC6D94}"/>
                      </a:ext>
                    </a:extLst>
                  </p:cNvPr>
                  <p:cNvCxnSpPr>
                    <a:stCxn id="23" idx="2"/>
                    <a:endCxn id="23" idx="6"/>
                  </p:cNvCxnSpPr>
                  <p:nvPr/>
                </p:nvCxnSpPr>
                <p:spPr>
                  <a:xfrm>
                    <a:off x="1291206" y="3429000"/>
                    <a:ext cx="4274190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Arrow Connector 25">
                    <a:extLst>
                      <a:ext uri="{FF2B5EF4-FFF2-40B4-BE49-F238E27FC236}">
                        <a16:creationId xmlns:a16="http://schemas.microsoft.com/office/drawing/2014/main" id="{0BFDC4C8-C5AF-4704-A444-7C20A9928DE2}"/>
                      </a:ext>
                    </a:extLst>
                  </p:cNvPr>
                  <p:cNvCxnSpPr>
                    <a:endCxn id="23" idx="7"/>
                  </p:cNvCxnSpPr>
                  <p:nvPr/>
                </p:nvCxnSpPr>
                <p:spPr>
                  <a:xfrm flipV="1">
                    <a:off x="3428301" y="1917846"/>
                    <a:ext cx="1511154" cy="1511154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6BC36780-FA3F-4E1C-9794-ED8DE562CDB0}"/>
                      </a:ext>
                    </a:extLst>
                  </p:cNvPr>
                  <p:cNvCxnSpPr/>
                  <p:nvPr/>
                </p:nvCxnSpPr>
                <p:spPr>
                  <a:xfrm>
                    <a:off x="4379053" y="2474752"/>
                    <a:ext cx="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707BBD0-DD24-4AB6-B8D9-3C602EB140C2}"/>
                    </a:ext>
                  </a:extLst>
                </p:cNvPr>
                <p:cNvSpPr txBox="1"/>
                <p:nvPr/>
              </p:nvSpPr>
              <p:spPr>
                <a:xfrm>
                  <a:off x="4101293" y="5036880"/>
                  <a:ext cx="8011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707BBD0-DD24-4AB6-B8D9-3C602EB140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1293" y="5036880"/>
                  <a:ext cx="80118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49653ED-9481-4A27-ADD3-AFE887B7E044}"/>
                    </a:ext>
                  </a:extLst>
                </p:cNvPr>
                <p:cNvSpPr txBox="1"/>
                <p:nvPr/>
              </p:nvSpPr>
              <p:spPr>
                <a:xfrm>
                  <a:off x="1311024" y="3037196"/>
                  <a:ext cx="8011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49653ED-9481-4A27-ADD3-AFE887B7E0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1024" y="3037196"/>
                  <a:ext cx="80118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BDB06B0-FB68-489F-ABBB-E03D5D20CB57}"/>
                    </a:ext>
                  </a:extLst>
                </p:cNvPr>
                <p:cNvSpPr txBox="1"/>
                <p:nvPr/>
              </p:nvSpPr>
              <p:spPr>
                <a:xfrm>
                  <a:off x="5762744" y="3947632"/>
                  <a:ext cx="43268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AU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AU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 </a:t>
                  </a:r>
                  <a:r>
                    <a:rPr lang="en-GB" sz="1400" i="1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Emergent axis / new degree of freedom</a:t>
                  </a:r>
                  <a:endParaRPr lang="en-AU" i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BDB06B0-FB68-489F-ABBB-E03D5D20C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2744" y="3947632"/>
                  <a:ext cx="4326843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82" b="-13333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213E956-B0E5-42DB-B0B6-693BA2D05D45}"/>
                </a:ext>
              </a:extLst>
            </p:cNvPr>
            <p:cNvSpPr txBox="1"/>
            <p:nvPr/>
          </p:nvSpPr>
          <p:spPr>
            <a:xfrm>
              <a:off x="5002452" y="2716271"/>
              <a:ext cx="7981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1">
                      <a:lumMod val="75000"/>
                    </a:schemeClr>
                  </a:solidFill>
                </a:rPr>
                <a:t>Parent</a:t>
              </a:r>
              <a:endParaRPr lang="en-AU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7A9148B-D167-4C8E-968A-11A10683B619}"/>
                </a:ext>
              </a:extLst>
            </p:cNvPr>
            <p:cNvSpPr txBox="1"/>
            <p:nvPr/>
          </p:nvSpPr>
          <p:spPr>
            <a:xfrm>
              <a:off x="5193376" y="4739169"/>
              <a:ext cx="657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1">
                      <a:lumMod val="75000"/>
                    </a:schemeClr>
                  </a:solidFill>
                </a:rPr>
                <a:t>Child</a:t>
              </a:r>
              <a:endParaRPr lang="en-AU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77CDD17-B2B9-4474-82DC-F17F7C62A852}"/>
                    </a:ext>
                  </a:extLst>
                </p:cNvPr>
                <p:cNvSpPr txBox="1"/>
                <p:nvPr/>
              </p:nvSpPr>
              <p:spPr>
                <a:xfrm>
                  <a:off x="8684759" y="2593160"/>
                  <a:ext cx="128732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sz="1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𝑃𝑟𝑖𝑚𝑎𝑟𝑦</m:t>
                            </m:r>
                          </m:e>
                          <m:sub>
                            <m:r>
                              <a:rPr lang="en-GB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77CDD17-B2B9-4474-82DC-F17F7C62A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4759" y="2593160"/>
                  <a:ext cx="1287328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BF33071-894B-4518-A678-29A5D19168EB}"/>
                    </a:ext>
                  </a:extLst>
                </p:cNvPr>
                <p:cNvSpPr txBox="1"/>
                <p:nvPr/>
              </p:nvSpPr>
              <p:spPr>
                <a:xfrm>
                  <a:off x="5172347" y="1918956"/>
                  <a:ext cx="128732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sz="1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𝑆𝑒𝑐𝑜𝑛𝑑𝑎𝑟𝑦</m:t>
                            </m:r>
                          </m:e>
                          <m:sub>
                            <m:r>
                              <a:rPr lang="en-GB" sz="1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AU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BF33071-894B-4518-A678-29A5D19168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2347" y="1918956"/>
                  <a:ext cx="1287328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D0978DF-41E5-43E0-A7DD-4F4666D62190}"/>
                    </a:ext>
                  </a:extLst>
                </p:cNvPr>
                <p:cNvSpPr txBox="1"/>
                <p:nvPr/>
              </p:nvSpPr>
              <p:spPr>
                <a:xfrm>
                  <a:off x="6820089" y="4876422"/>
                  <a:ext cx="74838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D0978DF-41E5-43E0-A7DD-4F4666D621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0089" y="4876422"/>
                  <a:ext cx="7483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3ADD3B2-B502-4EEA-80B4-74E7CB1ACEA5}"/>
                    </a:ext>
                  </a:extLst>
                </p:cNvPr>
                <p:cNvSpPr txBox="1"/>
                <p:nvPr/>
              </p:nvSpPr>
              <p:spPr>
                <a:xfrm>
                  <a:off x="5627605" y="4571016"/>
                  <a:ext cx="74838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3ADD3B2-B502-4EEA-80B4-74E7CB1ACE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7605" y="4571016"/>
                  <a:ext cx="74838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3A41B21-85B4-41A2-AE9B-BCCE16225CD4}"/>
                </a:ext>
              </a:extLst>
            </p:cNvPr>
            <p:cNvSpPr txBox="1"/>
            <p:nvPr/>
          </p:nvSpPr>
          <p:spPr>
            <a:xfrm>
              <a:off x="1576250" y="3253399"/>
              <a:ext cx="1353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AU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C3A99A-57E1-41AB-9230-4564FDB551DB}"/>
                </a:ext>
              </a:extLst>
            </p:cNvPr>
            <p:cNvSpPr txBox="1"/>
            <p:nvPr/>
          </p:nvSpPr>
          <p:spPr>
            <a:xfrm>
              <a:off x="4979987" y="1088571"/>
              <a:ext cx="28971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Layer Transition Diagram - Q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6692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D263833-BF9C-4E59-A3D4-B3BE91D6869F}"/>
              </a:ext>
            </a:extLst>
          </p:cNvPr>
          <p:cNvGrpSpPr/>
          <p:nvPr/>
        </p:nvGrpSpPr>
        <p:grpSpPr>
          <a:xfrm>
            <a:off x="1016270" y="1088571"/>
            <a:ext cx="9599480" cy="5345369"/>
            <a:chOff x="1016270" y="1088571"/>
            <a:chExt cx="9599480" cy="5345369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D286CA9-84FE-46F6-8BFF-ACF9824E2C0B}"/>
                </a:ext>
              </a:extLst>
            </p:cNvPr>
            <p:cNvSpPr/>
            <p:nvPr/>
          </p:nvSpPr>
          <p:spPr>
            <a:xfrm>
              <a:off x="4984850" y="1923415"/>
              <a:ext cx="1637790" cy="1637790"/>
            </a:xfrm>
            <a:prstGeom prst="ellipse">
              <a:avLst/>
            </a:prstGeom>
            <a:gradFill flip="none" rotWithShape="1">
              <a:gsLst>
                <a:gs pos="71000">
                  <a:schemeClr val="bg1"/>
                </a:gs>
                <a:gs pos="100000">
                  <a:schemeClr val="bg1"/>
                </a:gs>
                <a:gs pos="7000">
                  <a:srgbClr val="9CB4E0"/>
                </a:gs>
                <a:gs pos="0">
                  <a:schemeClr val="accent1">
                    <a:lumMod val="7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2C8B944-4903-4110-ACA2-E2E9034D46DD}"/>
                </a:ext>
              </a:extLst>
            </p:cNvPr>
            <p:cNvCxnSpPr>
              <a:cxnSpLocks/>
            </p:cNvCxnSpPr>
            <p:nvPr/>
          </p:nvCxnSpPr>
          <p:spPr>
            <a:xfrm>
              <a:off x="5807618" y="2747262"/>
              <a:ext cx="8393" cy="2347746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3F17EB9-B364-433F-9E1B-37CE8C3BA79A}"/>
                </a:ext>
              </a:extLst>
            </p:cNvPr>
            <p:cNvGrpSpPr/>
            <p:nvPr/>
          </p:nvGrpSpPr>
          <p:grpSpPr>
            <a:xfrm>
              <a:off x="1016270" y="2426451"/>
              <a:ext cx="9599480" cy="597988"/>
              <a:chOff x="143925" y="517849"/>
              <a:chExt cx="6568751" cy="5822302"/>
            </a:xfrm>
          </p:grpSpPr>
          <p:sp>
            <p:nvSpPr>
              <p:cNvPr id="19" name="Flowchart: Manual Operation 18">
                <a:extLst>
                  <a:ext uri="{FF2B5EF4-FFF2-40B4-BE49-F238E27FC236}">
                    <a16:creationId xmlns:a16="http://schemas.microsoft.com/office/drawing/2014/main" id="{67097BFD-DD46-4F6B-A035-CC3D5D68CCF3}"/>
                  </a:ext>
                </a:extLst>
              </p:cNvPr>
              <p:cNvSpPr/>
              <p:nvPr/>
            </p:nvSpPr>
            <p:spPr>
              <a:xfrm flipV="1">
                <a:off x="143925" y="517849"/>
                <a:ext cx="6568751" cy="5822302"/>
              </a:xfrm>
              <a:prstGeom prst="flowChartManualOperation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50E9349-7B44-4F6C-BA40-A2330FD0A473}"/>
                  </a:ext>
                </a:extLst>
              </p:cNvPr>
              <p:cNvGrpSpPr/>
              <p:nvPr/>
            </p:nvGrpSpPr>
            <p:grpSpPr>
              <a:xfrm>
                <a:off x="1291201" y="1291905"/>
                <a:ext cx="4282588" cy="4274190"/>
                <a:chOff x="1291201" y="1291905"/>
                <a:chExt cx="4282588" cy="4274190"/>
              </a:xfrm>
            </p:grpSpPr>
            <p:pic>
              <p:nvPicPr>
                <p:cNvPr id="21" name="Picture 20">
                  <a:extLst>
                    <a:ext uri="{FF2B5EF4-FFF2-40B4-BE49-F238E27FC236}">
                      <a16:creationId xmlns:a16="http://schemas.microsoft.com/office/drawing/2014/main" id="{AC669A94-2216-4D0A-9B13-9DBB202FD2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91201" y="1292207"/>
                  <a:ext cx="4282588" cy="4273588"/>
                </a:xfrm>
                <a:prstGeom prst="rect">
                  <a:avLst/>
                </a:prstGeom>
              </p:spPr>
            </p:pic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F0B16C4C-42A8-48C9-B300-3D8D3AC99A41}"/>
                    </a:ext>
                  </a:extLst>
                </p:cNvPr>
                <p:cNvGrpSpPr/>
                <p:nvPr/>
              </p:nvGrpSpPr>
              <p:grpSpPr>
                <a:xfrm>
                  <a:off x="1291206" y="1291905"/>
                  <a:ext cx="4274190" cy="4274190"/>
                  <a:chOff x="1291206" y="1291905"/>
                  <a:chExt cx="4274190" cy="4274190"/>
                </a:xfrm>
                <a:scene3d>
                  <a:camera prst="orthographicFront">
                    <a:rot lat="0" lon="0" rev="0"/>
                  </a:camera>
                  <a:lightRig rig="threePt" dir="t"/>
                </a:scene3d>
              </p:grpSpPr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2C9B85E8-D89C-42E8-9B8F-655AA6101268}"/>
                      </a:ext>
                    </a:extLst>
                  </p:cNvPr>
                  <p:cNvSpPr/>
                  <p:nvPr/>
                </p:nvSpPr>
                <p:spPr>
                  <a:xfrm>
                    <a:off x="1291206" y="1291905"/>
                    <a:ext cx="4274190" cy="4274190"/>
                  </a:xfrm>
                  <a:prstGeom prst="ellipse">
                    <a:avLst/>
                  </a:prstGeom>
                  <a:noFill/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73B449-1032-4F8A-8BD3-7983BF259076}"/>
                      </a:ext>
                    </a:extLst>
                  </p:cNvPr>
                  <p:cNvCxnSpPr>
                    <a:stCxn id="23" idx="0"/>
                    <a:endCxn id="23" idx="4"/>
                  </p:cNvCxnSpPr>
                  <p:nvPr/>
                </p:nvCxnSpPr>
                <p:spPr>
                  <a:xfrm>
                    <a:off x="3428301" y="1291905"/>
                    <a:ext cx="0" cy="427419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D313EBA-A523-4159-A210-DFDA36CC6D94}"/>
                      </a:ext>
                    </a:extLst>
                  </p:cNvPr>
                  <p:cNvCxnSpPr>
                    <a:stCxn id="23" idx="2"/>
                    <a:endCxn id="23" idx="6"/>
                  </p:cNvCxnSpPr>
                  <p:nvPr/>
                </p:nvCxnSpPr>
                <p:spPr>
                  <a:xfrm>
                    <a:off x="1291206" y="3429000"/>
                    <a:ext cx="4274190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6BC36780-FA3F-4E1C-9794-ED8DE562CDB0}"/>
                      </a:ext>
                    </a:extLst>
                  </p:cNvPr>
                  <p:cNvCxnSpPr/>
                  <p:nvPr/>
                </p:nvCxnSpPr>
                <p:spPr>
                  <a:xfrm>
                    <a:off x="4379053" y="2474752"/>
                    <a:ext cx="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C3A99A-57E1-41AB-9230-4564FDB551DB}"/>
                </a:ext>
              </a:extLst>
            </p:cNvPr>
            <p:cNvSpPr txBox="1"/>
            <p:nvPr/>
          </p:nvSpPr>
          <p:spPr>
            <a:xfrm>
              <a:off x="4979986" y="1088571"/>
              <a:ext cx="33867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Layer Transition Diagram – Q - Tilt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6F3C519-1266-4C18-8BD6-1F60D28C712C}"/>
                </a:ext>
              </a:extLst>
            </p:cNvPr>
            <p:cNvCxnSpPr/>
            <p:nvPr/>
          </p:nvCxnSpPr>
          <p:spPr>
            <a:xfrm>
              <a:off x="5814069" y="4424253"/>
              <a:ext cx="0" cy="2009687"/>
            </a:xfrm>
            <a:prstGeom prst="line">
              <a:avLst/>
            </a:prstGeom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726084D-4EB7-4108-8A14-5417E239E462}"/>
                </a:ext>
              </a:extLst>
            </p:cNvPr>
            <p:cNvCxnSpPr>
              <a:cxnSpLocks/>
            </p:cNvCxnSpPr>
            <p:nvPr/>
          </p:nvCxnSpPr>
          <p:spPr>
            <a:xfrm>
              <a:off x="5818144" y="4794991"/>
              <a:ext cx="0" cy="5880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85983E7-4ABF-43A4-849C-921F0262C450}"/>
              </a:ext>
            </a:extLst>
          </p:cNvPr>
          <p:cNvGrpSpPr/>
          <p:nvPr/>
        </p:nvGrpSpPr>
        <p:grpSpPr>
          <a:xfrm>
            <a:off x="4420144" y="4289143"/>
            <a:ext cx="2767202" cy="1599718"/>
            <a:chOff x="7214556" y="1441420"/>
            <a:chExt cx="5153834" cy="2979428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58377E1-F688-4AE4-9C44-EAE27B501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8521390">
              <a:off x="9154836" y="348146"/>
              <a:ext cx="1273273" cy="5153834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BC344E7F-F442-4C8E-AF53-6B710F16A8CA}"/>
                </a:ext>
              </a:extLst>
            </p:cNvPr>
            <p:cNvGrpSpPr/>
            <p:nvPr/>
          </p:nvGrpSpPr>
          <p:grpSpPr>
            <a:xfrm>
              <a:off x="7650179" y="1441420"/>
              <a:ext cx="4282588" cy="2979428"/>
              <a:chOff x="7650179" y="1441420"/>
              <a:chExt cx="4282588" cy="2979428"/>
            </a:xfrm>
          </p:grpSpPr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692D77DF-D8BD-4C8E-8451-6B1F6439135D}"/>
                  </a:ext>
                </a:extLst>
              </p:cNvPr>
              <p:cNvCxnSpPr>
                <a:cxnSpLocks/>
                <a:stCxn id="80" idx="2"/>
                <a:endCxn id="80" idx="6"/>
              </p:cNvCxnSpPr>
              <p:nvPr/>
            </p:nvCxnSpPr>
            <p:spPr>
              <a:xfrm>
                <a:off x="7650179" y="2925065"/>
                <a:ext cx="428258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6BEBC1D8-0EE7-4747-B778-CB050412EA22}"/>
                  </a:ext>
                </a:extLst>
              </p:cNvPr>
              <p:cNvCxnSpPr>
                <a:stCxn id="80" idx="4"/>
              </p:cNvCxnSpPr>
              <p:nvPr/>
            </p:nvCxnSpPr>
            <p:spPr>
              <a:xfrm>
                <a:off x="9791473" y="2627959"/>
                <a:ext cx="0" cy="59421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2ECB25C4-D5A3-4AF1-8F54-12F4EC746FE3}"/>
                  </a:ext>
                </a:extLst>
              </p:cNvPr>
              <p:cNvGrpSpPr/>
              <p:nvPr/>
            </p:nvGrpSpPr>
            <p:grpSpPr>
              <a:xfrm>
                <a:off x="7650179" y="2627959"/>
                <a:ext cx="4282588" cy="594212"/>
                <a:chOff x="7650179" y="2627959"/>
                <a:chExt cx="4282588" cy="594212"/>
              </a:xfrm>
            </p:grpSpPr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20A58419-EEA3-4D88-9E38-9D962238966F}"/>
                    </a:ext>
                  </a:extLst>
                </p:cNvPr>
                <p:cNvSpPr/>
                <p:nvPr/>
              </p:nvSpPr>
              <p:spPr>
                <a:xfrm flipV="1">
                  <a:off x="7650179" y="2627959"/>
                  <a:ext cx="4282588" cy="594212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81" name="Arc 80">
                  <a:extLst>
                    <a:ext uri="{FF2B5EF4-FFF2-40B4-BE49-F238E27FC236}">
                      <a16:creationId xmlns:a16="http://schemas.microsoft.com/office/drawing/2014/main" id="{A94D9E5E-AF04-4EB1-B1DD-CDA6AD34F8A3}"/>
                    </a:ext>
                  </a:extLst>
                </p:cNvPr>
                <p:cNvSpPr/>
                <p:nvPr/>
              </p:nvSpPr>
              <p:spPr>
                <a:xfrm>
                  <a:off x="7650179" y="2627959"/>
                  <a:ext cx="4282588" cy="594212"/>
                </a:xfrm>
                <a:prstGeom prst="arc">
                  <a:avLst>
                    <a:gd name="adj1" fmla="val 4879"/>
                    <a:gd name="adj2" fmla="val 508170"/>
                  </a:avLst>
                </a:prstGeom>
                <a:solidFill>
                  <a:srgbClr val="FFFF00">
                    <a:alpha val="52000"/>
                  </a:srgbClr>
                </a:solidFill>
                <a:ln w="28575"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</p:grpSp>
          <p:sp>
            <p:nvSpPr>
              <p:cNvPr id="75" name="Arc 74">
                <a:extLst>
                  <a:ext uri="{FF2B5EF4-FFF2-40B4-BE49-F238E27FC236}">
                    <a16:creationId xmlns:a16="http://schemas.microsoft.com/office/drawing/2014/main" id="{3FCDF938-717D-4DC4-9183-B5DD62E244AE}"/>
                  </a:ext>
                </a:extLst>
              </p:cNvPr>
              <p:cNvSpPr/>
              <p:nvPr/>
            </p:nvSpPr>
            <p:spPr>
              <a:xfrm>
                <a:off x="8264551" y="1441420"/>
                <a:ext cx="3028250" cy="2979428"/>
              </a:xfrm>
              <a:prstGeom prst="arc">
                <a:avLst>
                  <a:gd name="adj1" fmla="val 471535"/>
                  <a:gd name="adj2" fmla="val 3145054"/>
                </a:avLst>
              </a:prstGeom>
              <a:solidFill>
                <a:srgbClr val="92D050">
                  <a:alpha val="45000"/>
                </a:srgbClr>
              </a:solidFill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183F4E1D-B166-42AD-BD64-8C148569744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607704" y="2712631"/>
                <a:ext cx="341944" cy="42486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ADDCB846-3E23-4F5B-863A-C8BE842F7BB1}"/>
                  </a:ext>
                </a:extLst>
              </p:cNvPr>
              <p:cNvCxnSpPr>
                <a:cxnSpLocks/>
                <a:stCxn id="75" idx="1"/>
                <a:endCxn id="75" idx="2"/>
              </p:cNvCxnSpPr>
              <p:nvPr/>
            </p:nvCxnSpPr>
            <p:spPr>
              <a:xfrm>
                <a:off x="9778676" y="2931134"/>
                <a:ext cx="914034" cy="118765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AE21D175-10CF-418A-818C-D5ED3AC0A7EA}"/>
                  </a:ext>
                </a:extLst>
              </p:cNvPr>
              <p:cNvCxnSpPr>
                <a:stCxn id="75" idx="0"/>
              </p:cNvCxnSpPr>
              <p:nvPr/>
            </p:nvCxnSpPr>
            <p:spPr>
              <a:xfrm flipH="1" flipV="1">
                <a:off x="9791473" y="2925065"/>
                <a:ext cx="1486644" cy="213038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C243EDC4-729E-4281-84CC-7BD095DF575C}"/>
                  </a:ext>
                </a:extLst>
              </p:cNvPr>
              <p:cNvCxnSpPr>
                <a:stCxn id="75" idx="1"/>
                <a:endCxn id="81" idx="0"/>
              </p:cNvCxnSpPr>
              <p:nvPr/>
            </p:nvCxnSpPr>
            <p:spPr>
              <a:xfrm flipV="1">
                <a:off x="9778676" y="2928104"/>
                <a:ext cx="2153979" cy="303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11F9746-462D-4ACF-92AD-D209DEF9A942}"/>
                </a:ext>
              </a:extLst>
            </p:cNvPr>
            <p:cNvSpPr txBox="1"/>
            <p:nvPr/>
          </p:nvSpPr>
          <p:spPr>
            <a:xfrm>
              <a:off x="11079453" y="2768166"/>
              <a:ext cx="2810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ym typeface="Symbol" panose="05050102010706020507" pitchFamily="18" charset="2"/>
                </a:rPr>
                <a:t></a:t>
              </a:r>
              <a:endParaRPr lang="en-AU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3042F6B-C79D-416F-B55E-BC964BFB078D}"/>
                </a:ext>
              </a:extLst>
            </p:cNvPr>
            <p:cNvSpPr txBox="1"/>
            <p:nvPr/>
          </p:nvSpPr>
          <p:spPr>
            <a:xfrm>
              <a:off x="10013738" y="2942219"/>
              <a:ext cx="341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ym typeface="Symbol" panose="05050102010706020507" pitchFamily="18" charset="2"/>
                </a:rPr>
                <a:t>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68244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A3878D-139A-4F98-BE30-CACCC18AA1BE}"/>
              </a:ext>
            </a:extLst>
          </p:cNvPr>
          <p:cNvGrpSpPr/>
          <p:nvPr/>
        </p:nvGrpSpPr>
        <p:grpSpPr>
          <a:xfrm>
            <a:off x="631597" y="2041298"/>
            <a:ext cx="2775404" cy="2775404"/>
            <a:chOff x="2688319" y="1137331"/>
            <a:chExt cx="4583338" cy="4583338"/>
          </a:xfrm>
          <a:solidFill>
            <a:schemeClr val="accent2">
              <a:lumMod val="60000"/>
              <a:lumOff val="40000"/>
              <a:alpha val="16000"/>
            </a:schemeClr>
          </a:solidFill>
          <a:scene3d>
            <a:camera prst="orthographicFront">
              <a:rot lat="844564" lon="2361194" rev="21285826"/>
            </a:camera>
            <a:lightRig rig="threePt" dir="t"/>
          </a:scene3d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17DBB4B-C90E-41E3-948B-288162FD7471}"/>
                </a:ext>
              </a:extLst>
            </p:cNvPr>
            <p:cNvSpPr/>
            <p:nvPr/>
          </p:nvSpPr>
          <p:spPr>
            <a:xfrm>
              <a:off x="2688319" y="1137331"/>
              <a:ext cx="4583338" cy="4583338"/>
            </a:xfrm>
            <a:prstGeom prst="ellips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D02CAC4-ABCD-46DA-9823-73AEFEC8BD4B}"/>
                </a:ext>
              </a:extLst>
            </p:cNvPr>
            <p:cNvCxnSpPr>
              <a:stCxn id="8" idx="0"/>
              <a:endCxn id="8" idx="4"/>
            </p:cNvCxnSpPr>
            <p:nvPr/>
          </p:nvCxnSpPr>
          <p:spPr>
            <a:xfrm>
              <a:off x="4979988" y="1137331"/>
              <a:ext cx="0" cy="4583338"/>
            </a:xfrm>
            <a:prstGeom prst="lin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11C588C-F5C2-486B-91E2-03B8D6F56C2F}"/>
                </a:ext>
              </a:extLst>
            </p:cNvPr>
            <p:cNvCxnSpPr>
              <a:stCxn id="8" idx="2"/>
              <a:endCxn id="8" idx="6"/>
            </p:cNvCxnSpPr>
            <p:nvPr/>
          </p:nvCxnSpPr>
          <p:spPr>
            <a:xfrm>
              <a:off x="2688319" y="3429000"/>
              <a:ext cx="4583338" cy="0"/>
            </a:xfrm>
            <a:prstGeom prst="lin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97628D6-4672-4ED1-9042-C11E0E9BD0F6}"/>
              </a:ext>
            </a:extLst>
          </p:cNvPr>
          <p:cNvGrpSpPr/>
          <p:nvPr/>
        </p:nvGrpSpPr>
        <p:grpSpPr>
          <a:xfrm>
            <a:off x="631597" y="2041298"/>
            <a:ext cx="2775404" cy="2775404"/>
            <a:chOff x="2688319" y="1137331"/>
            <a:chExt cx="4583338" cy="4583338"/>
          </a:xfrm>
          <a:solidFill>
            <a:schemeClr val="accent6">
              <a:lumMod val="60000"/>
              <a:lumOff val="40000"/>
              <a:alpha val="50000"/>
            </a:schemeClr>
          </a:solidFill>
          <a:scene3d>
            <a:camera prst="orthographicFront">
              <a:rot lat="3001185" lon="19166398" rev="21531239"/>
            </a:camera>
            <a:lightRig rig="threePt" dir="t"/>
          </a:scene3d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C19B87-C670-4D35-A191-823719620B8F}"/>
                </a:ext>
              </a:extLst>
            </p:cNvPr>
            <p:cNvSpPr/>
            <p:nvPr/>
          </p:nvSpPr>
          <p:spPr>
            <a:xfrm>
              <a:off x="2688319" y="1137331"/>
              <a:ext cx="4583338" cy="4583338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08910F4-AFED-4A40-9E11-E10823BBEC5C}"/>
                </a:ext>
              </a:extLst>
            </p:cNvPr>
            <p:cNvCxnSpPr>
              <a:stCxn id="36" idx="0"/>
              <a:endCxn id="36" idx="4"/>
            </p:cNvCxnSpPr>
            <p:nvPr/>
          </p:nvCxnSpPr>
          <p:spPr>
            <a:xfrm>
              <a:off x="4979988" y="1137331"/>
              <a:ext cx="0" cy="4583338"/>
            </a:xfrm>
            <a:prstGeom prst="line">
              <a:avLst/>
            </a:prstGeom>
            <a:grpFill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6628ECF-6F94-4543-B697-B04835516A08}"/>
                </a:ext>
              </a:extLst>
            </p:cNvPr>
            <p:cNvCxnSpPr>
              <a:stCxn id="36" idx="2"/>
              <a:endCxn id="36" idx="6"/>
            </p:cNvCxnSpPr>
            <p:nvPr/>
          </p:nvCxnSpPr>
          <p:spPr>
            <a:xfrm>
              <a:off x="2688319" y="3429000"/>
              <a:ext cx="4583338" cy="0"/>
            </a:xfrm>
            <a:prstGeom prst="line">
              <a:avLst/>
            </a:prstGeom>
            <a:grpFill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F389823-17BD-44BF-8A4D-2D6A7893900D}"/>
              </a:ext>
            </a:extLst>
          </p:cNvPr>
          <p:cNvGrpSpPr/>
          <p:nvPr/>
        </p:nvGrpSpPr>
        <p:grpSpPr>
          <a:xfrm>
            <a:off x="631597" y="2041298"/>
            <a:ext cx="2775404" cy="2775404"/>
            <a:chOff x="2688319" y="1137331"/>
            <a:chExt cx="4583338" cy="4583338"/>
          </a:xfrm>
          <a:solidFill>
            <a:schemeClr val="accent1">
              <a:lumMod val="60000"/>
              <a:lumOff val="40000"/>
              <a:alpha val="26000"/>
            </a:schemeClr>
          </a:solidFill>
          <a:scene3d>
            <a:camera prst="orthographicFront">
              <a:rot lat="20755394" lon="20361179" rev="314165"/>
            </a:camera>
            <a:lightRig rig="threePt" dir="t"/>
          </a:scene3d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66740A4-206C-4B59-BF9B-9723CAA01FD1}"/>
                </a:ext>
              </a:extLst>
            </p:cNvPr>
            <p:cNvSpPr/>
            <p:nvPr/>
          </p:nvSpPr>
          <p:spPr>
            <a:xfrm>
              <a:off x="2688319" y="1137331"/>
              <a:ext cx="4583338" cy="4583338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080A80E-CE44-458E-BA50-238AC9CC9E96}"/>
                </a:ext>
              </a:extLst>
            </p:cNvPr>
            <p:cNvCxnSpPr>
              <a:stCxn id="40" idx="0"/>
              <a:endCxn id="40" idx="4"/>
            </p:cNvCxnSpPr>
            <p:nvPr/>
          </p:nvCxnSpPr>
          <p:spPr>
            <a:xfrm>
              <a:off x="4979988" y="1137331"/>
              <a:ext cx="0" cy="4583338"/>
            </a:xfrm>
            <a:prstGeom prst="line">
              <a:avLst/>
            </a:prstGeom>
            <a:grpFill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BCCE66A-A70B-4BEE-8F50-DA37ED580CA1}"/>
                </a:ext>
              </a:extLst>
            </p:cNvPr>
            <p:cNvCxnSpPr>
              <a:stCxn id="40" idx="2"/>
              <a:endCxn id="40" idx="6"/>
            </p:cNvCxnSpPr>
            <p:nvPr/>
          </p:nvCxnSpPr>
          <p:spPr>
            <a:xfrm>
              <a:off x="2688319" y="3429000"/>
              <a:ext cx="4583338" cy="0"/>
            </a:xfrm>
            <a:prstGeom prst="line">
              <a:avLst/>
            </a:prstGeom>
            <a:grpFill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53391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DA5EE98-A7C2-4A58-9515-8A0573BCDF80}"/>
              </a:ext>
            </a:extLst>
          </p:cNvPr>
          <p:cNvGrpSpPr/>
          <p:nvPr/>
        </p:nvGrpSpPr>
        <p:grpSpPr>
          <a:xfrm rot="20467488">
            <a:off x="426246" y="-207275"/>
            <a:ext cx="3845711" cy="3876671"/>
            <a:chOff x="8235557" y="1504948"/>
            <a:chExt cx="3845711" cy="3865670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1CE42198-FD5B-420C-AB24-8F70B2BD9998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4C0475-28A3-48FD-ABA3-7B0F77439815}"/>
                </a:ext>
              </a:extLst>
            </p:cNvPr>
            <p:cNvCxnSpPr>
              <a:cxnSpLocks/>
              <a:stCxn id="33" idx="2"/>
              <a:endCxn id="44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B392DC44-163E-4ED0-9FB3-928F2E4C8D3D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DE898E41-163F-4477-9621-60FD7D9C30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2EE95CB-EB1E-49E1-B75D-3AFB5CFD1927}"/>
                  </a:ext>
                </a:extLst>
              </p:cNvPr>
              <p:cNvCxnSpPr>
                <a:cxnSpLocks/>
                <a:stCxn id="44" idx="0"/>
                <a:endCxn id="44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82610C9D-AAC8-4E71-8093-C8DC8486DCBE}"/>
                  </a:ext>
                </a:extLst>
              </p:cNvPr>
              <p:cNvCxnSpPr>
                <a:cxnSpLocks/>
                <a:endCxn id="33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" name="Blue">
            <a:extLst>
              <a:ext uri="{FF2B5EF4-FFF2-40B4-BE49-F238E27FC236}">
                <a16:creationId xmlns:a16="http://schemas.microsoft.com/office/drawing/2014/main" id="{AA1EEA68-DFD8-47AC-A1B0-0A5BE473C9AD}"/>
              </a:ext>
            </a:extLst>
          </p:cNvPr>
          <p:cNvSpPr/>
          <p:nvPr/>
        </p:nvSpPr>
        <p:spPr>
          <a:xfrm>
            <a:off x="4979988" y="2273300"/>
            <a:ext cx="1198562" cy="1155700"/>
          </a:xfrm>
          <a:prstGeom prst="rect">
            <a:avLst/>
          </a:prstGeom>
          <a:solidFill>
            <a:schemeClr val="accent1">
              <a:alpha val="25000"/>
            </a:schemeClr>
          </a:solidFill>
          <a:scene3d>
            <a:camera prst="orthographicFront">
              <a:rot lat="1288114" lon="14130089" rev="10012557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Red">
            <a:extLst>
              <a:ext uri="{FF2B5EF4-FFF2-40B4-BE49-F238E27FC236}">
                <a16:creationId xmlns:a16="http://schemas.microsoft.com/office/drawing/2014/main" id="{9E19F8ED-ED20-4146-AAF5-55C07DBAF7F7}"/>
              </a:ext>
            </a:extLst>
          </p:cNvPr>
          <p:cNvSpPr/>
          <p:nvPr/>
        </p:nvSpPr>
        <p:spPr>
          <a:xfrm>
            <a:off x="4980038" y="2273300"/>
            <a:ext cx="1198562" cy="1155700"/>
          </a:xfrm>
          <a:prstGeom prst="rect">
            <a:avLst/>
          </a:prstGeom>
          <a:solidFill>
            <a:srgbClr val="FF0000">
              <a:alpha val="25000"/>
            </a:srgbClr>
          </a:solidFill>
          <a:scene3d>
            <a:camera prst="orthographicFront">
              <a:rot lat="1288115" lon="8850089" rev="10012558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Green">
            <a:extLst>
              <a:ext uri="{FF2B5EF4-FFF2-40B4-BE49-F238E27FC236}">
                <a16:creationId xmlns:a16="http://schemas.microsoft.com/office/drawing/2014/main" id="{1501A62F-E367-4734-B519-ED1DD7A3F539}"/>
              </a:ext>
            </a:extLst>
          </p:cNvPr>
          <p:cNvSpPr/>
          <p:nvPr/>
        </p:nvSpPr>
        <p:spPr>
          <a:xfrm>
            <a:off x="4979988" y="2273300"/>
            <a:ext cx="1198562" cy="1155700"/>
          </a:xfrm>
          <a:prstGeom prst="rect">
            <a:avLst/>
          </a:prstGeom>
          <a:solidFill>
            <a:srgbClr val="00B050">
              <a:alpha val="25000"/>
            </a:srgbClr>
          </a:solidFill>
          <a:scene3d>
            <a:camera prst="orthographicFront">
              <a:rot lat="18569936" lon="7690747" rev="1346756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0508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F324494-9A80-4F97-B8FD-02F368594D60}"/>
              </a:ext>
            </a:extLst>
          </p:cNvPr>
          <p:cNvCxnSpPr>
            <a:cxnSpLocks/>
          </p:cNvCxnSpPr>
          <p:nvPr/>
        </p:nvCxnSpPr>
        <p:spPr>
          <a:xfrm>
            <a:off x="2960914" y="3429000"/>
            <a:ext cx="42933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rc 6">
            <a:extLst>
              <a:ext uri="{FF2B5EF4-FFF2-40B4-BE49-F238E27FC236}">
                <a16:creationId xmlns:a16="http://schemas.microsoft.com/office/drawing/2014/main" id="{0B72C936-5115-4F93-85C9-B6CD24F4B537}"/>
              </a:ext>
            </a:extLst>
          </p:cNvPr>
          <p:cNvSpPr/>
          <p:nvPr/>
        </p:nvSpPr>
        <p:spPr>
          <a:xfrm>
            <a:off x="4412616" y="2537459"/>
            <a:ext cx="1134744" cy="1783081"/>
          </a:xfrm>
          <a:prstGeom prst="arc">
            <a:avLst>
              <a:gd name="adj1" fmla="val 2680793"/>
              <a:gd name="adj2" fmla="val 4176669"/>
            </a:avLst>
          </a:prstGeom>
          <a:solidFill>
            <a:srgbClr val="FFFF00"/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BF1980-51D0-4910-BA9D-BECC8B93AE40}"/>
              </a:ext>
            </a:extLst>
          </p:cNvPr>
          <p:cNvCxnSpPr>
            <a:cxnSpLocks/>
            <a:stCxn id="5" idx="1"/>
            <a:endCxn id="7" idx="2"/>
          </p:cNvCxnSpPr>
          <p:nvPr/>
        </p:nvCxnSpPr>
        <p:spPr>
          <a:xfrm>
            <a:off x="4979988" y="3429000"/>
            <a:ext cx="286138" cy="7698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rc 4">
            <a:extLst>
              <a:ext uri="{FF2B5EF4-FFF2-40B4-BE49-F238E27FC236}">
                <a16:creationId xmlns:a16="http://schemas.microsoft.com/office/drawing/2014/main" id="{9F628723-CC02-412B-98FA-351012B52734}"/>
              </a:ext>
            </a:extLst>
          </p:cNvPr>
          <p:cNvSpPr/>
          <p:nvPr/>
        </p:nvSpPr>
        <p:spPr>
          <a:xfrm>
            <a:off x="3115039" y="2947858"/>
            <a:ext cx="3729898" cy="962284"/>
          </a:xfrm>
          <a:prstGeom prst="arc">
            <a:avLst>
              <a:gd name="adj1" fmla="val 21594995"/>
              <a:gd name="adj2" fmla="val 2635990"/>
            </a:avLst>
          </a:prstGeom>
          <a:solidFill>
            <a:srgbClr val="00B050"/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757DB41-C7D9-406E-8DC3-959E3B3D638B}"/>
              </a:ext>
            </a:extLst>
          </p:cNvPr>
          <p:cNvCxnSpPr/>
          <p:nvPr/>
        </p:nvCxnSpPr>
        <p:spPr>
          <a:xfrm>
            <a:off x="4979988" y="2229394"/>
            <a:ext cx="0" cy="28738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7380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43E11C2E-DF82-42A7-9712-17D736477D83}"/>
              </a:ext>
            </a:extLst>
          </p:cNvPr>
          <p:cNvGrpSpPr/>
          <p:nvPr/>
        </p:nvGrpSpPr>
        <p:grpSpPr>
          <a:xfrm>
            <a:off x="8011886" y="1902356"/>
            <a:ext cx="3559174" cy="2057556"/>
            <a:chOff x="7214556" y="1441420"/>
            <a:chExt cx="5153834" cy="297942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28EF4C7-6AE0-4E6F-9AD5-97BA46A9C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521390">
              <a:off x="9154836" y="348146"/>
              <a:ext cx="1273273" cy="5153834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A413148-9EAE-4EF8-B5CC-5A42CE428682}"/>
                </a:ext>
              </a:extLst>
            </p:cNvPr>
            <p:cNvGrpSpPr/>
            <p:nvPr/>
          </p:nvGrpSpPr>
          <p:grpSpPr>
            <a:xfrm>
              <a:off x="7650179" y="1441420"/>
              <a:ext cx="4282588" cy="2979428"/>
              <a:chOff x="7650179" y="1441420"/>
              <a:chExt cx="4282588" cy="2979428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9BAFF04C-7BD0-42CA-A5F6-923F9E750798}"/>
                  </a:ext>
                </a:extLst>
              </p:cNvPr>
              <p:cNvCxnSpPr>
                <a:cxnSpLocks/>
                <a:stCxn id="30" idx="2"/>
                <a:endCxn id="30" idx="6"/>
              </p:cNvCxnSpPr>
              <p:nvPr/>
            </p:nvCxnSpPr>
            <p:spPr>
              <a:xfrm>
                <a:off x="7650179" y="2925065"/>
                <a:ext cx="428258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A37E5F0-F9A4-4135-9B9F-B713157B0C87}"/>
                  </a:ext>
                </a:extLst>
              </p:cNvPr>
              <p:cNvCxnSpPr>
                <a:stCxn id="30" idx="4"/>
              </p:cNvCxnSpPr>
              <p:nvPr/>
            </p:nvCxnSpPr>
            <p:spPr>
              <a:xfrm>
                <a:off x="9791473" y="2627959"/>
                <a:ext cx="0" cy="59421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40FD7B8-F7E7-4F0C-B419-3683DB5A167E}"/>
                  </a:ext>
                </a:extLst>
              </p:cNvPr>
              <p:cNvGrpSpPr/>
              <p:nvPr/>
            </p:nvGrpSpPr>
            <p:grpSpPr>
              <a:xfrm>
                <a:off x="7650179" y="2627959"/>
                <a:ext cx="4282588" cy="594212"/>
                <a:chOff x="7650179" y="2627959"/>
                <a:chExt cx="4282588" cy="5942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60A481A-5BBC-4D59-955E-C942D3808829}"/>
                    </a:ext>
                  </a:extLst>
                </p:cNvPr>
                <p:cNvSpPr/>
                <p:nvPr/>
              </p:nvSpPr>
              <p:spPr>
                <a:xfrm flipV="1">
                  <a:off x="7650179" y="2627959"/>
                  <a:ext cx="4282588" cy="594212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C0F4E609-5EDB-4B56-AB93-7BEEEF9E0228}"/>
                    </a:ext>
                  </a:extLst>
                </p:cNvPr>
                <p:cNvSpPr/>
                <p:nvPr/>
              </p:nvSpPr>
              <p:spPr>
                <a:xfrm>
                  <a:off x="7650179" y="2627959"/>
                  <a:ext cx="4282588" cy="594212"/>
                </a:xfrm>
                <a:prstGeom prst="arc">
                  <a:avLst>
                    <a:gd name="adj1" fmla="val 4879"/>
                    <a:gd name="adj2" fmla="val 508170"/>
                  </a:avLst>
                </a:prstGeom>
                <a:solidFill>
                  <a:srgbClr val="FFFF00">
                    <a:alpha val="52000"/>
                  </a:srgbClr>
                </a:solidFill>
                <a:ln w="28575"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</p:grpSp>
          <p:sp>
            <p:nvSpPr>
              <p:cNvPr id="61" name="Arc 60">
                <a:extLst>
                  <a:ext uri="{FF2B5EF4-FFF2-40B4-BE49-F238E27FC236}">
                    <a16:creationId xmlns:a16="http://schemas.microsoft.com/office/drawing/2014/main" id="{1EB18F00-8D40-494F-B4F4-EF4CD6C55708}"/>
                  </a:ext>
                </a:extLst>
              </p:cNvPr>
              <p:cNvSpPr/>
              <p:nvPr/>
            </p:nvSpPr>
            <p:spPr>
              <a:xfrm>
                <a:off x="8264551" y="1441420"/>
                <a:ext cx="3028250" cy="2979428"/>
              </a:xfrm>
              <a:prstGeom prst="arc">
                <a:avLst>
                  <a:gd name="adj1" fmla="val 471535"/>
                  <a:gd name="adj2" fmla="val 3145054"/>
                </a:avLst>
              </a:prstGeom>
              <a:solidFill>
                <a:srgbClr val="92D050">
                  <a:alpha val="45000"/>
                </a:srgbClr>
              </a:solidFill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96A03E73-1D03-406D-807B-53A9E615439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607704" y="2712631"/>
                <a:ext cx="341944" cy="42486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5C51B93C-AA7B-4B8A-B8DB-6D49724A0DC9}"/>
                  </a:ext>
                </a:extLst>
              </p:cNvPr>
              <p:cNvCxnSpPr>
                <a:cxnSpLocks/>
                <a:stCxn id="61" idx="1"/>
                <a:endCxn id="61" idx="2"/>
              </p:cNvCxnSpPr>
              <p:nvPr/>
            </p:nvCxnSpPr>
            <p:spPr>
              <a:xfrm>
                <a:off x="9778676" y="2931134"/>
                <a:ext cx="914034" cy="118765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3E6AFC6D-654D-4770-9412-02E512452C47}"/>
                  </a:ext>
                </a:extLst>
              </p:cNvPr>
              <p:cNvCxnSpPr>
                <a:stCxn id="61" idx="0"/>
              </p:cNvCxnSpPr>
              <p:nvPr/>
            </p:nvCxnSpPr>
            <p:spPr>
              <a:xfrm flipH="1" flipV="1">
                <a:off x="9791473" y="2925065"/>
                <a:ext cx="1486644" cy="213038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03279EE3-FDFC-4712-84E0-EDBB71100F4E}"/>
                  </a:ext>
                </a:extLst>
              </p:cNvPr>
              <p:cNvCxnSpPr>
                <a:stCxn id="61" idx="1"/>
                <a:endCxn id="44" idx="0"/>
              </p:cNvCxnSpPr>
              <p:nvPr/>
            </p:nvCxnSpPr>
            <p:spPr>
              <a:xfrm flipV="1">
                <a:off x="9778676" y="2928104"/>
                <a:ext cx="2153979" cy="303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88EF0CB-0643-4714-8C69-65825242E7CA}"/>
                </a:ext>
              </a:extLst>
            </p:cNvPr>
            <p:cNvSpPr txBox="1"/>
            <p:nvPr/>
          </p:nvSpPr>
          <p:spPr>
            <a:xfrm>
              <a:off x="11079453" y="2768166"/>
              <a:ext cx="2810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ym typeface="Symbol" panose="05050102010706020507" pitchFamily="18" charset="2"/>
                </a:rPr>
                <a:t></a:t>
              </a:r>
              <a:endParaRPr lang="en-AU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0DCA83-04CA-4878-91B6-44BBF23E9F17}"/>
                </a:ext>
              </a:extLst>
            </p:cNvPr>
            <p:cNvSpPr txBox="1"/>
            <p:nvPr/>
          </p:nvSpPr>
          <p:spPr>
            <a:xfrm>
              <a:off x="10013738" y="2942219"/>
              <a:ext cx="341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ym typeface="Symbol" panose="05050102010706020507" pitchFamily="18" charset="2"/>
                </a:rPr>
                <a:t></a:t>
              </a:r>
              <a:endParaRPr lang="en-AU" dirty="0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6955BDA-23CD-4A97-A16B-98F1B1464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27903">
            <a:off x="1958906" y="2284059"/>
            <a:ext cx="4282578" cy="427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122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2980</TotalTime>
  <Words>294</Words>
  <Application>Microsoft Office PowerPoint</Application>
  <PresentationFormat>Widescreen</PresentationFormat>
  <Paragraphs>110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 Lawn</dc:creator>
  <cp:lastModifiedBy>Don Lawn</cp:lastModifiedBy>
  <cp:revision>209</cp:revision>
  <dcterms:created xsi:type="dcterms:W3CDTF">2026-05-04T14:30:05Z</dcterms:created>
  <dcterms:modified xsi:type="dcterms:W3CDTF">2026-06-16T12:30:41Z</dcterms:modified>
</cp:coreProperties>
</file>