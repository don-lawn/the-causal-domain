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9" r:id="rId3"/>
    <p:sldId id="29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8EB06D-32E1-41F3-9B09-74FD502131E5}">
          <p14:sldIdLst/>
        </p14:section>
        <p14:section name="Untitled Section" id="{0B9D1BE6-21CF-4FEF-873C-406ECA3C852E}">
          <p14:sldIdLst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F9C"/>
    <a:srgbClr val="DCC5ED"/>
    <a:srgbClr val="C9C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6374" autoAdjust="0"/>
  </p:normalViewPr>
  <p:slideViewPr>
    <p:cSldViewPr snapToGrid="0" showGuides="1">
      <p:cViewPr varScale="1">
        <p:scale>
          <a:sx n="85" d="100"/>
          <a:sy n="85" d="100"/>
        </p:scale>
        <p:origin x="102" y="636"/>
      </p:cViewPr>
      <p:guideLst>
        <p:guide orient="horz" pos="2137"/>
        <p:guide pos="3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DCC7-BEAC-4EE8-858F-E04AAF27C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9290-29D0-457B-B044-879445AB8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5847-9D66-4953-A26F-8C5685F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F9F5-B9CE-4753-8BC3-F70FAAE8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7ECF2-50BF-4201-B487-ED3654B1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1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CB8E-3011-4DE3-8B6F-57F8387E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7152C-4136-4BE3-B937-BB6B7D215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E4C89-F61A-496C-87AD-EA97929D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EB741-7B4F-4200-A841-303ECB0A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A205-581C-4FF6-901C-00EA228D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56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8454-764A-4324-9C86-40DFE4622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C3347-1D7E-4B0B-A307-0E9039968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B838-B898-4948-80FE-993BE6AF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47F00-CD0F-41C1-A6C0-948D79F9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83B8-14F9-48E3-8B89-7230C333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49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7C95-DBE3-4B96-83A9-5592C8E9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4C0EA-0F04-47FE-ADC3-999CD077A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03A04-F562-47E4-9139-C7B06768B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0926F-AF44-4A6A-BBAC-BAAACFD1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66194-BD25-40D2-A742-990661C3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2AAD5-194C-4C3F-9BB6-98A3589F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909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D7F5-0379-442D-8400-228343B28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0A3C2-60B8-4022-AB42-7978AB0AD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83A2F-4DBB-4B5E-9B13-B055C1F68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DE1E6-E821-4605-9CE6-72A2721C1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8985F-BF82-44C4-826A-D6B06571A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E6AF9A-17FE-438A-8E7E-C2583883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C14F6-7B44-4798-A5C4-06EAE7CE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3E7B5-BF41-4A9F-B902-8EE0AFA5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72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B455-E18A-4FE9-BAAF-38EF9286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830A8-34E6-4102-AE17-879080C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EB0D1-762E-4576-A4C1-CC5467FA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573D4-E620-4E0D-B513-406018C8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60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0D8B0-6771-40F5-89D4-EBACAEDA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2242D-54FD-4E2C-9DF9-8309C4F1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D05E1-F6B0-499C-AE2A-1A57D820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95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5FF8-E475-4952-AE1B-83E35545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D929-A15F-4338-99F1-D8171D010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CF702-A9C2-4F1C-A552-342136421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95AA9-2C59-458A-AE61-B5AB5051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3DF8E-1286-4561-9056-CF60D18E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E3AB-42E4-4F39-8BD9-4C8B8C84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107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67B5-B035-4A4A-949F-595B2694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1A97A-70E0-4C11-9667-B05EF0043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7B285-109D-4299-9138-2FF887B45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4433F-B2E5-4868-B6FE-3A56D34C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8D99E-14C1-4746-9EC0-701B8602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4DFF5-EA74-41FE-808E-BFDD076B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43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BD0C-1994-403A-B014-F93B39BD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C475D-0F35-4DB5-987B-B8564CC9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9480E-A513-4F2C-8463-37E330E6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B5988-EBBF-402C-B2A9-016401C9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5FBD2-5527-4CA0-9FAF-9B486CDC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6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87E2F-C318-4156-B5C8-87D0DD881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2A8F0-6B3C-40E6-85F4-E4AF49755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1AD22-7F70-4E02-BFA3-6EE928D94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4C22A-8BA7-466B-9587-FCEDB9B7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8EDFE-B548-499E-8898-B446F828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16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A21DC-8981-4290-ADDF-49CEB40D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C001D-9926-49F3-A830-A7F3AF714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5B225-C08B-4020-AC4F-F97BEEA65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195BA-A24A-42A8-94D4-15E9273B559F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B8548-7373-4C4D-A961-DEFDBBFAA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CFA4-9068-4D89-AD31-EE752CDAB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11438-03F2-4097-91D5-4ED6046656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8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4D40488A-4B87-481F-A194-F73A36648E98}"/>
              </a:ext>
            </a:extLst>
          </p:cNvPr>
          <p:cNvGrpSpPr/>
          <p:nvPr/>
        </p:nvGrpSpPr>
        <p:grpSpPr>
          <a:xfrm>
            <a:off x="1016270" y="1088571"/>
            <a:ext cx="9599480" cy="4317641"/>
            <a:chOff x="1016270" y="1088571"/>
            <a:chExt cx="9599480" cy="4317641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D286CA9-84FE-46F6-8BFF-ACF9824E2C0B}"/>
                </a:ext>
              </a:extLst>
            </p:cNvPr>
            <p:cNvSpPr/>
            <p:nvPr/>
          </p:nvSpPr>
          <p:spPr>
            <a:xfrm>
              <a:off x="4984850" y="1923415"/>
              <a:ext cx="1637790" cy="1637790"/>
            </a:xfrm>
            <a:prstGeom prst="ellipse">
              <a:avLst/>
            </a:prstGeom>
            <a:gradFill flip="none" rotWithShape="1">
              <a:gsLst>
                <a:gs pos="71000">
                  <a:schemeClr val="bg1"/>
                </a:gs>
                <a:gs pos="100000">
                  <a:schemeClr val="bg1"/>
                </a:gs>
                <a:gs pos="7000">
                  <a:srgbClr val="9CB4E0"/>
                </a:gs>
                <a:gs pos="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1C5496-AF4F-4B4E-8789-A9ADB74491EB}"/>
                </a:ext>
              </a:extLst>
            </p:cNvPr>
            <p:cNvGrpSpPr/>
            <p:nvPr/>
          </p:nvGrpSpPr>
          <p:grpSpPr>
            <a:xfrm>
              <a:off x="4036234" y="4829552"/>
              <a:ext cx="3542768" cy="530912"/>
              <a:chOff x="143925" y="517849"/>
              <a:chExt cx="6568751" cy="5822302"/>
            </a:xfrm>
          </p:grpSpPr>
          <p:sp>
            <p:nvSpPr>
              <p:cNvPr id="7" name="Flowchart: Manual Operation 6">
                <a:extLst>
                  <a:ext uri="{FF2B5EF4-FFF2-40B4-BE49-F238E27FC236}">
                    <a16:creationId xmlns:a16="http://schemas.microsoft.com/office/drawing/2014/main" id="{A898B8CA-4964-484B-AEE9-9D8A9600B9D6}"/>
                  </a:ext>
                </a:extLst>
              </p:cNvPr>
              <p:cNvSpPr/>
              <p:nvPr/>
            </p:nvSpPr>
            <p:spPr>
              <a:xfrm flipV="1">
                <a:off x="143925" y="517849"/>
                <a:ext cx="6568751" cy="5822302"/>
              </a:xfrm>
              <a:prstGeom prst="flowChartManualOperation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EECDE72-B5C3-4F17-9DF2-DF3143BA9BA3}"/>
                  </a:ext>
                </a:extLst>
              </p:cNvPr>
              <p:cNvGrpSpPr/>
              <p:nvPr/>
            </p:nvGrpSpPr>
            <p:grpSpPr>
              <a:xfrm>
                <a:off x="1291201" y="1291905"/>
                <a:ext cx="4282588" cy="4274190"/>
                <a:chOff x="1291201" y="1291905"/>
                <a:chExt cx="4282588" cy="4274190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C77CDC4E-7500-404C-B658-F711E6DD9F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91201" y="1292207"/>
                  <a:ext cx="4282588" cy="4273588"/>
                </a:xfrm>
                <a:prstGeom prst="rect">
                  <a:avLst/>
                </a:prstGeom>
              </p:spPr>
            </p:pic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7F5AC4DB-AFF9-40F9-B950-28D2812A7D20}"/>
                    </a:ext>
                  </a:extLst>
                </p:cNvPr>
                <p:cNvGrpSpPr/>
                <p:nvPr/>
              </p:nvGrpSpPr>
              <p:grpSpPr>
                <a:xfrm>
                  <a:off x="1291206" y="1291905"/>
                  <a:ext cx="4274190" cy="4274190"/>
                  <a:chOff x="1291206" y="1291905"/>
                  <a:chExt cx="4274190" cy="4274190"/>
                </a:xfrm>
                <a:scene3d>
                  <a:camera prst="orthographicFront">
                    <a:rot lat="0" lon="0" rev="0"/>
                  </a:camera>
                  <a:lightRig rig="threePt" dir="t"/>
                </a:scene3d>
              </p:grpSpPr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1F3D646E-F7C8-436E-8F37-A66C9F242143}"/>
                      </a:ext>
                    </a:extLst>
                  </p:cNvPr>
                  <p:cNvSpPr/>
                  <p:nvPr/>
                </p:nvSpPr>
                <p:spPr>
                  <a:xfrm>
                    <a:off x="1291206" y="1291905"/>
                    <a:ext cx="4274190" cy="4274190"/>
                  </a:xfrm>
                  <a:prstGeom prst="ellipse">
                    <a:avLst/>
                  </a:prstGeom>
                  <a:noFill/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10A2F2DB-289C-49C8-AE39-5D1C14804951}"/>
                      </a:ext>
                    </a:extLst>
                  </p:cNvPr>
                  <p:cNvCxnSpPr>
                    <a:stCxn id="11" idx="0"/>
                    <a:endCxn id="11" idx="4"/>
                  </p:cNvCxnSpPr>
                  <p:nvPr/>
                </p:nvCxnSpPr>
                <p:spPr>
                  <a:xfrm>
                    <a:off x="3428301" y="1291905"/>
                    <a:ext cx="0" cy="427419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7ED648D0-F8AA-483C-B239-E6E7AC4A598A}"/>
                      </a:ext>
                    </a:extLst>
                  </p:cNvPr>
                  <p:cNvCxnSpPr>
                    <a:stCxn id="11" idx="2"/>
                    <a:endCxn id="11" idx="6"/>
                  </p:cNvCxnSpPr>
                  <p:nvPr/>
                </p:nvCxnSpPr>
                <p:spPr>
                  <a:xfrm>
                    <a:off x="1291206" y="3429000"/>
                    <a:ext cx="4274190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F1E486FB-1B54-4A57-8999-3213A0FBB574}"/>
                      </a:ext>
                    </a:extLst>
                  </p:cNvPr>
                  <p:cNvCxnSpPr>
                    <a:endCxn id="11" idx="7"/>
                  </p:cNvCxnSpPr>
                  <p:nvPr/>
                </p:nvCxnSpPr>
                <p:spPr>
                  <a:xfrm flipV="1">
                    <a:off x="3428301" y="1917846"/>
                    <a:ext cx="1511154" cy="151115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929DA9C2-0E3B-49F7-AC52-B928EA4D5210}"/>
                      </a:ext>
                    </a:extLst>
                  </p:cNvPr>
                  <p:cNvCxnSpPr/>
                  <p:nvPr/>
                </p:nvCxnSpPr>
                <p:spPr>
                  <a:xfrm>
                    <a:off x="4379053" y="2474752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2C8B944-4903-4110-ACA2-E2E9034D46DD}"/>
                </a:ext>
              </a:extLst>
            </p:cNvPr>
            <p:cNvCxnSpPr>
              <a:cxnSpLocks/>
            </p:cNvCxnSpPr>
            <p:nvPr/>
          </p:nvCxnSpPr>
          <p:spPr>
            <a:xfrm>
              <a:off x="5807618" y="2747262"/>
              <a:ext cx="8393" cy="234774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3F17EB9-B364-433F-9E1B-37CE8C3BA79A}"/>
                </a:ext>
              </a:extLst>
            </p:cNvPr>
            <p:cNvGrpSpPr/>
            <p:nvPr/>
          </p:nvGrpSpPr>
          <p:grpSpPr>
            <a:xfrm>
              <a:off x="1016270" y="2006166"/>
              <a:ext cx="9599480" cy="1438558"/>
              <a:chOff x="143925" y="517849"/>
              <a:chExt cx="6568751" cy="5822302"/>
            </a:xfrm>
          </p:grpSpPr>
          <p:sp>
            <p:nvSpPr>
              <p:cNvPr id="19" name="Flowchart: Manual Operation 18">
                <a:extLst>
                  <a:ext uri="{FF2B5EF4-FFF2-40B4-BE49-F238E27FC236}">
                    <a16:creationId xmlns:a16="http://schemas.microsoft.com/office/drawing/2014/main" id="{67097BFD-DD46-4F6B-A035-CC3D5D68CCF3}"/>
                  </a:ext>
                </a:extLst>
              </p:cNvPr>
              <p:cNvSpPr/>
              <p:nvPr/>
            </p:nvSpPr>
            <p:spPr>
              <a:xfrm flipV="1">
                <a:off x="143925" y="517849"/>
                <a:ext cx="6568751" cy="5822302"/>
              </a:xfrm>
              <a:prstGeom prst="flowChartManualOperation">
                <a:avLst/>
              </a:prstGeom>
              <a:solidFill>
                <a:schemeClr val="bg1">
                  <a:lumMod val="75000"/>
                  <a:alpha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50E9349-7B44-4F6C-BA40-A2330FD0A473}"/>
                  </a:ext>
                </a:extLst>
              </p:cNvPr>
              <p:cNvGrpSpPr/>
              <p:nvPr/>
            </p:nvGrpSpPr>
            <p:grpSpPr>
              <a:xfrm>
                <a:off x="1291201" y="1291905"/>
                <a:ext cx="4282588" cy="4274190"/>
                <a:chOff x="1291201" y="1291905"/>
                <a:chExt cx="4282588" cy="4274190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AC669A94-2216-4D0A-9B13-9DBB202FD2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91201" y="1292207"/>
                  <a:ext cx="4282588" cy="4273588"/>
                </a:xfrm>
                <a:prstGeom prst="rect">
                  <a:avLst/>
                </a:prstGeom>
              </p:spPr>
            </p:pic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F0B16C4C-42A8-48C9-B300-3D8D3AC99A41}"/>
                    </a:ext>
                  </a:extLst>
                </p:cNvPr>
                <p:cNvGrpSpPr/>
                <p:nvPr/>
              </p:nvGrpSpPr>
              <p:grpSpPr>
                <a:xfrm>
                  <a:off x="1291206" y="1291905"/>
                  <a:ext cx="4274190" cy="4274190"/>
                  <a:chOff x="1291206" y="1291905"/>
                  <a:chExt cx="4274190" cy="4274190"/>
                </a:xfrm>
                <a:scene3d>
                  <a:camera prst="orthographicFront">
                    <a:rot lat="0" lon="0" rev="0"/>
                  </a:camera>
                  <a:lightRig rig="threePt" dir="t"/>
                </a:scene3d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2C9B85E8-D89C-42E8-9B8F-655AA6101268}"/>
                      </a:ext>
                    </a:extLst>
                  </p:cNvPr>
                  <p:cNvSpPr/>
                  <p:nvPr/>
                </p:nvSpPr>
                <p:spPr>
                  <a:xfrm>
                    <a:off x="1291206" y="1291905"/>
                    <a:ext cx="4274190" cy="4274190"/>
                  </a:xfrm>
                  <a:prstGeom prst="ellipse">
                    <a:avLst/>
                  </a:prstGeom>
                  <a:noFill/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8A73B449-1032-4F8A-8BD3-7983BF259076}"/>
                      </a:ext>
                    </a:extLst>
                  </p:cNvPr>
                  <p:cNvCxnSpPr>
                    <a:stCxn id="23" idx="0"/>
                    <a:endCxn id="23" idx="4"/>
                  </p:cNvCxnSpPr>
                  <p:nvPr/>
                </p:nvCxnSpPr>
                <p:spPr>
                  <a:xfrm>
                    <a:off x="3428301" y="1291905"/>
                    <a:ext cx="0" cy="427419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5D313EBA-A523-4159-A210-DFDA36CC6D94}"/>
                      </a:ext>
                    </a:extLst>
                  </p:cNvPr>
                  <p:cNvCxnSpPr>
                    <a:stCxn id="23" idx="2"/>
                    <a:endCxn id="23" idx="6"/>
                  </p:cNvCxnSpPr>
                  <p:nvPr/>
                </p:nvCxnSpPr>
                <p:spPr>
                  <a:xfrm>
                    <a:off x="1291206" y="3429000"/>
                    <a:ext cx="4274190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0BFDC4C8-C5AF-4704-A444-7C20A9928DE2}"/>
                      </a:ext>
                    </a:extLst>
                  </p:cNvPr>
                  <p:cNvCxnSpPr>
                    <a:endCxn id="23" idx="7"/>
                  </p:cNvCxnSpPr>
                  <p:nvPr/>
                </p:nvCxnSpPr>
                <p:spPr>
                  <a:xfrm flipV="1">
                    <a:off x="3428301" y="1917846"/>
                    <a:ext cx="1511154" cy="1511154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6BC36780-FA3F-4E1C-9794-ED8DE562CDB0}"/>
                      </a:ext>
                    </a:extLst>
                  </p:cNvPr>
                  <p:cNvCxnSpPr/>
                  <p:nvPr/>
                </p:nvCxnSpPr>
                <p:spPr>
                  <a:xfrm>
                    <a:off x="4379053" y="2474752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707BBD0-DD24-4AB6-B8D9-3C602EB140C2}"/>
                    </a:ext>
                  </a:extLst>
                </p:cNvPr>
                <p:cNvSpPr txBox="1"/>
                <p:nvPr/>
              </p:nvSpPr>
              <p:spPr>
                <a:xfrm>
                  <a:off x="4101293" y="5036880"/>
                  <a:ext cx="8011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707BBD0-DD24-4AB6-B8D9-3C602EB14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1293" y="5036880"/>
                  <a:ext cx="80118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9653ED-9481-4A27-ADD3-AFE887B7E044}"/>
                    </a:ext>
                  </a:extLst>
                </p:cNvPr>
                <p:cNvSpPr txBox="1"/>
                <p:nvPr/>
              </p:nvSpPr>
              <p:spPr>
                <a:xfrm>
                  <a:off x="1311024" y="3037196"/>
                  <a:ext cx="8011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49653ED-9481-4A27-ADD3-AFE887B7E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1024" y="3037196"/>
                  <a:ext cx="80118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BDB06B0-FB68-489F-ABBB-E03D5D20CB57}"/>
                    </a:ext>
                  </a:extLst>
                </p:cNvPr>
                <p:cNvSpPr txBox="1"/>
                <p:nvPr/>
              </p:nvSpPr>
              <p:spPr>
                <a:xfrm>
                  <a:off x="5762744" y="3947632"/>
                  <a:ext cx="43268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AU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 </a:t>
                  </a:r>
                  <a:r>
                    <a:rPr lang="en-GB" sz="1400" i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Emergent axis / new degree of freedom</a:t>
                  </a:r>
                  <a:endParaRPr lang="en-AU" i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BDB06B0-FB68-489F-ABBB-E03D5D20C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2744" y="3947632"/>
                  <a:ext cx="432684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82" b="-13333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13E956-B0E5-42DB-B0B6-693BA2D05D45}"/>
                </a:ext>
              </a:extLst>
            </p:cNvPr>
            <p:cNvSpPr txBox="1"/>
            <p:nvPr/>
          </p:nvSpPr>
          <p:spPr>
            <a:xfrm>
              <a:off x="5002452" y="2716271"/>
              <a:ext cx="798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</a:rPr>
                <a:t>Parent</a:t>
              </a:r>
              <a:endParaRPr lang="en-AU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7A9148B-D167-4C8E-968A-11A10683B619}"/>
                </a:ext>
              </a:extLst>
            </p:cNvPr>
            <p:cNvSpPr txBox="1"/>
            <p:nvPr/>
          </p:nvSpPr>
          <p:spPr>
            <a:xfrm>
              <a:off x="5193376" y="4739169"/>
              <a:ext cx="6575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</a:rPr>
                <a:t>Child</a:t>
              </a:r>
              <a:endParaRPr lang="en-AU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7CDD17-B2B9-4474-82DC-F17F7C62A852}"/>
                    </a:ext>
                  </a:extLst>
                </p:cNvPr>
                <p:cNvSpPr txBox="1"/>
                <p:nvPr/>
              </p:nvSpPr>
              <p:spPr>
                <a:xfrm>
                  <a:off x="8684759" y="2593160"/>
                  <a:ext cx="12873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𝑃𝑟𝑖𝑚𝑎𝑟𝑦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7CDD17-B2B9-4474-82DC-F17F7C62A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4759" y="2593160"/>
                  <a:ext cx="128732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BF33071-894B-4518-A678-29A5D19168EB}"/>
                    </a:ext>
                  </a:extLst>
                </p:cNvPr>
                <p:cNvSpPr txBox="1"/>
                <p:nvPr/>
              </p:nvSpPr>
              <p:spPr>
                <a:xfrm>
                  <a:off x="5172347" y="1918956"/>
                  <a:ext cx="12873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sz="1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𝑆𝑒𝑐𝑜𝑛𝑑𝑎𝑟𝑦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AU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BF33071-894B-4518-A678-29A5D1916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2347" y="1918956"/>
                  <a:ext cx="128732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D0978DF-41E5-43E0-A7DD-4F4666D62190}"/>
                    </a:ext>
                  </a:extLst>
                </p:cNvPr>
                <p:cNvSpPr txBox="1"/>
                <p:nvPr/>
              </p:nvSpPr>
              <p:spPr>
                <a:xfrm>
                  <a:off x="6820089" y="4876422"/>
                  <a:ext cx="7483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D0978DF-41E5-43E0-A7DD-4F4666D621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0089" y="4876422"/>
                  <a:ext cx="74838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3ADD3B2-B502-4EEA-80B4-74E7CB1ACEA5}"/>
                    </a:ext>
                  </a:extLst>
                </p:cNvPr>
                <p:cNvSpPr txBox="1"/>
                <p:nvPr/>
              </p:nvSpPr>
              <p:spPr>
                <a:xfrm>
                  <a:off x="5627605" y="4571016"/>
                  <a:ext cx="7483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3ADD3B2-B502-4EEA-80B4-74E7CB1AC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605" y="4571016"/>
                  <a:ext cx="74838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3A41B21-85B4-41A2-AE9B-BCCE16225CD4}"/>
                </a:ext>
              </a:extLst>
            </p:cNvPr>
            <p:cNvSpPr txBox="1"/>
            <p:nvPr/>
          </p:nvSpPr>
          <p:spPr>
            <a:xfrm>
              <a:off x="1576250" y="3253399"/>
              <a:ext cx="135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A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AC3A99A-57E1-41AB-9230-4564FDB551DB}"/>
                </a:ext>
              </a:extLst>
            </p:cNvPr>
            <p:cNvSpPr txBox="1"/>
            <p:nvPr/>
          </p:nvSpPr>
          <p:spPr>
            <a:xfrm>
              <a:off x="4979987" y="1088571"/>
              <a:ext cx="2897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Layer Transition Diagram - 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669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DDA3F4-0BD8-4EAA-91A2-517B0FE08877}"/>
              </a:ext>
            </a:extLst>
          </p:cNvPr>
          <p:cNvGrpSpPr/>
          <p:nvPr/>
        </p:nvGrpSpPr>
        <p:grpSpPr>
          <a:xfrm>
            <a:off x="1016270" y="1088571"/>
            <a:ext cx="9599480" cy="5345369"/>
            <a:chOff x="1016270" y="1088571"/>
            <a:chExt cx="9599480" cy="534536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D263833-BF9C-4E59-A3D4-B3BE91D6869F}"/>
                </a:ext>
              </a:extLst>
            </p:cNvPr>
            <p:cNvGrpSpPr/>
            <p:nvPr/>
          </p:nvGrpSpPr>
          <p:grpSpPr>
            <a:xfrm>
              <a:off x="1016270" y="1088571"/>
              <a:ext cx="9599480" cy="5345369"/>
              <a:chOff x="1016270" y="1088571"/>
              <a:chExt cx="9599480" cy="534536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D286CA9-84FE-46F6-8BFF-ACF9824E2C0B}"/>
                  </a:ext>
                </a:extLst>
              </p:cNvPr>
              <p:cNvSpPr/>
              <p:nvPr/>
            </p:nvSpPr>
            <p:spPr>
              <a:xfrm>
                <a:off x="4984850" y="1923415"/>
                <a:ext cx="1637790" cy="1637790"/>
              </a:xfrm>
              <a:prstGeom prst="ellipse">
                <a:avLst/>
              </a:prstGeom>
              <a:gradFill flip="none" rotWithShape="1">
                <a:gsLst>
                  <a:gs pos="71000">
                    <a:schemeClr val="bg1"/>
                  </a:gs>
                  <a:gs pos="100000">
                    <a:schemeClr val="bg1"/>
                  </a:gs>
                  <a:gs pos="7000">
                    <a:srgbClr val="9CB4E0"/>
                  </a:gs>
                  <a:gs pos="0">
                    <a:schemeClr val="accent1">
                      <a:lumMod val="7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2C8B944-4903-4110-ACA2-E2E9034D46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7618" y="2747262"/>
                <a:ext cx="8393" cy="234774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3F17EB9-B364-433F-9E1B-37CE8C3BA79A}"/>
                  </a:ext>
                </a:extLst>
              </p:cNvPr>
              <p:cNvGrpSpPr/>
              <p:nvPr/>
            </p:nvGrpSpPr>
            <p:grpSpPr>
              <a:xfrm>
                <a:off x="1016270" y="2426451"/>
                <a:ext cx="9599480" cy="597988"/>
                <a:chOff x="143925" y="517849"/>
                <a:chExt cx="6568751" cy="5822302"/>
              </a:xfrm>
            </p:grpSpPr>
            <p:sp>
              <p:nvSpPr>
                <p:cNvPr id="19" name="Flowchart: Manual Operation 18">
                  <a:extLst>
                    <a:ext uri="{FF2B5EF4-FFF2-40B4-BE49-F238E27FC236}">
                      <a16:creationId xmlns:a16="http://schemas.microsoft.com/office/drawing/2014/main" id="{67097BFD-DD46-4F6B-A035-CC3D5D68CCF3}"/>
                    </a:ext>
                  </a:extLst>
                </p:cNvPr>
                <p:cNvSpPr/>
                <p:nvPr/>
              </p:nvSpPr>
              <p:spPr>
                <a:xfrm flipV="1">
                  <a:off x="143925" y="517849"/>
                  <a:ext cx="6568751" cy="5822302"/>
                </a:xfrm>
                <a:prstGeom prst="flowChartManualOperation">
                  <a:avLst/>
                </a:prstGeom>
                <a:solidFill>
                  <a:schemeClr val="bg1">
                    <a:lumMod val="75000"/>
                    <a:alpha val="50000"/>
                  </a:scheme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dirty="0"/>
                </a:p>
              </p:txBody>
            </p: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850E9349-7B44-4F6C-BA40-A2330FD0A473}"/>
                    </a:ext>
                  </a:extLst>
                </p:cNvPr>
                <p:cNvGrpSpPr/>
                <p:nvPr/>
              </p:nvGrpSpPr>
              <p:grpSpPr>
                <a:xfrm>
                  <a:off x="1291201" y="1291905"/>
                  <a:ext cx="4282588" cy="4274190"/>
                  <a:chOff x="1291201" y="1291905"/>
                  <a:chExt cx="4282588" cy="4274190"/>
                </a:xfrm>
              </p:grpSpPr>
              <p:pic>
                <p:nvPicPr>
                  <p:cNvPr id="21" name="Picture 20">
                    <a:extLst>
                      <a:ext uri="{FF2B5EF4-FFF2-40B4-BE49-F238E27FC236}">
                        <a16:creationId xmlns:a16="http://schemas.microsoft.com/office/drawing/2014/main" id="{AC669A94-2216-4D0A-9B13-9DBB202FD2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91201" y="1292207"/>
                    <a:ext cx="4282588" cy="4273588"/>
                  </a:xfrm>
                  <a:prstGeom prst="rect">
                    <a:avLst/>
                  </a:prstGeom>
                </p:spPr>
              </p:pic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F0B16C4C-42A8-48C9-B300-3D8D3AC99A41}"/>
                      </a:ext>
                    </a:extLst>
                  </p:cNvPr>
                  <p:cNvGrpSpPr/>
                  <p:nvPr/>
                </p:nvGrpSpPr>
                <p:grpSpPr>
                  <a:xfrm>
                    <a:off x="1291206" y="1291905"/>
                    <a:ext cx="4274190" cy="4274190"/>
                    <a:chOff x="1291206" y="1291905"/>
                    <a:chExt cx="4274190" cy="4274190"/>
                  </a:xfrm>
                  <a:scene3d>
                    <a:camera prst="orthographicFront">
                      <a:rot lat="0" lon="0" rev="0"/>
                    </a:camera>
                    <a:lightRig rig="threePt" dir="t"/>
                  </a:scene3d>
                </p:grpSpPr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2C9B85E8-D89C-42E8-9B8F-655AA61012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1206" y="1291905"/>
                      <a:ext cx="4274190" cy="427419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AU"/>
                    </a:p>
                  </p:txBody>
                </p: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8A73B449-1032-4F8A-8BD3-7983BF259076}"/>
                        </a:ext>
                      </a:extLst>
                    </p:cNvPr>
                    <p:cNvCxnSpPr>
                      <a:stCxn id="23" idx="0"/>
                      <a:endCxn id="23" idx="4"/>
                    </p:cNvCxnSpPr>
                    <p:nvPr/>
                  </p:nvCxnSpPr>
                  <p:spPr>
                    <a:xfrm>
                      <a:off x="3428301" y="1291905"/>
                      <a:ext cx="0" cy="4274190"/>
                    </a:xfrm>
                    <a:prstGeom prst="line">
                      <a:avLst/>
                    </a:prstGeom>
                    <a:ln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5D313EBA-A523-4159-A210-DFDA36CC6D94}"/>
                        </a:ext>
                      </a:extLst>
                    </p:cNvPr>
                    <p:cNvCxnSpPr>
                      <a:stCxn id="23" idx="2"/>
                      <a:endCxn id="23" idx="6"/>
                    </p:cNvCxnSpPr>
                    <p:nvPr/>
                  </p:nvCxnSpPr>
                  <p:spPr>
                    <a:xfrm>
                      <a:off x="1291206" y="3429000"/>
                      <a:ext cx="4274190" cy="0"/>
                    </a:xfrm>
                    <a:prstGeom prst="line">
                      <a:avLst/>
                    </a:prstGeom>
                    <a:ln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6BC36780-FA3F-4E1C-9794-ED8DE562CDB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379053" y="2474752"/>
                      <a:ext cx="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C3A99A-57E1-41AB-9230-4564FDB551DB}"/>
                  </a:ext>
                </a:extLst>
              </p:cNvPr>
              <p:cNvSpPr txBox="1"/>
              <p:nvPr/>
            </p:nvSpPr>
            <p:spPr>
              <a:xfrm>
                <a:off x="4979986" y="1088571"/>
                <a:ext cx="33867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Layer Transition Diagram – Q - Tilt</a:t>
                </a: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F3C519-1266-4C18-8BD6-1F60D28C712C}"/>
                  </a:ext>
                </a:extLst>
              </p:cNvPr>
              <p:cNvCxnSpPr/>
              <p:nvPr/>
            </p:nvCxnSpPr>
            <p:spPr>
              <a:xfrm>
                <a:off x="5814069" y="4424253"/>
                <a:ext cx="0" cy="2009687"/>
              </a:xfrm>
              <a:prstGeom prst="line">
                <a:avLst/>
              </a:prstGeom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726084D-4EB7-4108-8A14-5417E239E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8144" y="4794991"/>
                <a:ext cx="0" cy="5880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85983E7-4ABF-43A4-849C-921F0262C450}"/>
                </a:ext>
              </a:extLst>
            </p:cNvPr>
            <p:cNvGrpSpPr/>
            <p:nvPr/>
          </p:nvGrpSpPr>
          <p:grpSpPr>
            <a:xfrm>
              <a:off x="4420144" y="4289143"/>
              <a:ext cx="2767202" cy="1599718"/>
              <a:chOff x="7214556" y="1441420"/>
              <a:chExt cx="5153834" cy="2979428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358377E1-F688-4AE4-9C44-EAE27B5014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8521390">
                <a:off x="9154836" y="348146"/>
                <a:ext cx="1273273" cy="5153834"/>
              </a:xfrm>
              <a:prstGeom prst="rect">
                <a:avLst/>
              </a:prstGeom>
            </p:spPr>
          </p:pic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BC344E7F-F442-4C8E-AF53-6B710F16A8CA}"/>
                  </a:ext>
                </a:extLst>
              </p:cNvPr>
              <p:cNvGrpSpPr/>
              <p:nvPr/>
            </p:nvGrpSpPr>
            <p:grpSpPr>
              <a:xfrm>
                <a:off x="7650179" y="1441420"/>
                <a:ext cx="4282588" cy="2979428"/>
                <a:chOff x="7650179" y="1441420"/>
                <a:chExt cx="4282588" cy="2979428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692D77DF-D8BD-4C8E-8451-6B1F6439135D}"/>
                    </a:ext>
                  </a:extLst>
                </p:cNvPr>
                <p:cNvCxnSpPr>
                  <a:cxnSpLocks/>
                  <a:stCxn id="80" idx="2"/>
                  <a:endCxn id="80" idx="6"/>
                </p:cNvCxnSpPr>
                <p:nvPr/>
              </p:nvCxnSpPr>
              <p:spPr>
                <a:xfrm>
                  <a:off x="7650179" y="2925065"/>
                  <a:ext cx="428258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6BEBC1D8-0EE7-4747-B778-CB050412EA22}"/>
                    </a:ext>
                  </a:extLst>
                </p:cNvPr>
                <p:cNvCxnSpPr>
                  <a:stCxn id="80" idx="4"/>
                </p:cNvCxnSpPr>
                <p:nvPr/>
              </p:nvCxnSpPr>
              <p:spPr>
                <a:xfrm>
                  <a:off x="9791473" y="2627959"/>
                  <a:ext cx="0" cy="59421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2ECB25C4-D5A3-4AF1-8F54-12F4EC746FE3}"/>
                    </a:ext>
                  </a:extLst>
                </p:cNvPr>
                <p:cNvGrpSpPr/>
                <p:nvPr/>
              </p:nvGrpSpPr>
              <p:grpSpPr>
                <a:xfrm>
                  <a:off x="7650179" y="2627959"/>
                  <a:ext cx="4282588" cy="594212"/>
                  <a:chOff x="7650179" y="2627959"/>
                  <a:chExt cx="4282588" cy="594212"/>
                </a:xfrm>
              </p:grpSpPr>
              <p:sp>
                <p:nvSpPr>
                  <p:cNvPr id="80" name="Oval 79">
                    <a:extLst>
                      <a:ext uri="{FF2B5EF4-FFF2-40B4-BE49-F238E27FC236}">
                        <a16:creationId xmlns:a16="http://schemas.microsoft.com/office/drawing/2014/main" id="{20A58419-EEA3-4D88-9E38-9D962238966F}"/>
                      </a:ext>
                    </a:extLst>
                  </p:cNvPr>
                  <p:cNvSpPr/>
                  <p:nvPr/>
                </p:nvSpPr>
                <p:spPr>
                  <a:xfrm flipV="1">
                    <a:off x="7650179" y="2627959"/>
                    <a:ext cx="4282588" cy="59421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1" name="Arc 80">
                    <a:extLst>
                      <a:ext uri="{FF2B5EF4-FFF2-40B4-BE49-F238E27FC236}">
                        <a16:creationId xmlns:a16="http://schemas.microsoft.com/office/drawing/2014/main" id="{A94D9E5E-AF04-4EB1-B1DD-CDA6AD34F8A3}"/>
                      </a:ext>
                    </a:extLst>
                  </p:cNvPr>
                  <p:cNvSpPr/>
                  <p:nvPr/>
                </p:nvSpPr>
                <p:spPr>
                  <a:xfrm>
                    <a:off x="7650179" y="2627959"/>
                    <a:ext cx="4282588" cy="594212"/>
                  </a:xfrm>
                  <a:prstGeom prst="arc">
                    <a:avLst>
                      <a:gd name="adj1" fmla="val 4879"/>
                      <a:gd name="adj2" fmla="val 508170"/>
                    </a:avLst>
                  </a:prstGeom>
                  <a:solidFill>
                    <a:srgbClr val="FFFF00">
                      <a:alpha val="52000"/>
                    </a:srgbClr>
                  </a:solidFill>
                  <a:ln w="28575"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</p:grpSp>
            <p:sp>
              <p:nvSpPr>
                <p:cNvPr id="75" name="Arc 74">
                  <a:extLst>
                    <a:ext uri="{FF2B5EF4-FFF2-40B4-BE49-F238E27FC236}">
                      <a16:creationId xmlns:a16="http://schemas.microsoft.com/office/drawing/2014/main" id="{3FCDF938-717D-4DC4-9183-B5DD62E244AE}"/>
                    </a:ext>
                  </a:extLst>
                </p:cNvPr>
                <p:cNvSpPr/>
                <p:nvPr/>
              </p:nvSpPr>
              <p:spPr>
                <a:xfrm>
                  <a:off x="8264551" y="1441420"/>
                  <a:ext cx="3028250" cy="2979428"/>
                </a:xfrm>
                <a:prstGeom prst="arc">
                  <a:avLst>
                    <a:gd name="adj1" fmla="val 471535"/>
                    <a:gd name="adj2" fmla="val 3145054"/>
                  </a:avLst>
                </a:prstGeom>
                <a:solidFill>
                  <a:srgbClr val="92D050">
                    <a:alpha val="45000"/>
                  </a:srgbClr>
                </a:solidFill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183F4E1D-B166-42AD-BD64-8C14856974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07704" y="2712631"/>
                  <a:ext cx="341944" cy="42486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ADDCB846-3E23-4F5B-863A-C8BE842F7BB1}"/>
                    </a:ext>
                  </a:extLst>
                </p:cNvPr>
                <p:cNvCxnSpPr>
                  <a:cxnSpLocks/>
                  <a:stCxn id="75" idx="1"/>
                  <a:endCxn id="75" idx="2"/>
                </p:cNvCxnSpPr>
                <p:nvPr/>
              </p:nvCxnSpPr>
              <p:spPr>
                <a:xfrm>
                  <a:off x="9778676" y="2931134"/>
                  <a:ext cx="914034" cy="118765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AE21D175-10CF-418A-818C-D5ED3AC0A7EA}"/>
                    </a:ext>
                  </a:extLst>
                </p:cNvPr>
                <p:cNvCxnSpPr>
                  <a:stCxn id="75" idx="0"/>
                </p:cNvCxnSpPr>
                <p:nvPr/>
              </p:nvCxnSpPr>
              <p:spPr>
                <a:xfrm flipH="1" flipV="1">
                  <a:off x="9791473" y="2925065"/>
                  <a:ext cx="1486644" cy="21303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C243EDC4-729E-4281-84CC-7BD095DF575C}"/>
                    </a:ext>
                  </a:extLst>
                </p:cNvPr>
                <p:cNvCxnSpPr>
                  <a:stCxn id="75" idx="1"/>
                  <a:endCxn id="81" idx="0"/>
                </p:cNvCxnSpPr>
                <p:nvPr/>
              </p:nvCxnSpPr>
              <p:spPr>
                <a:xfrm flipV="1">
                  <a:off x="9778676" y="2928104"/>
                  <a:ext cx="2153979" cy="30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1F9746-462D-4ACF-92AD-D209DEF9A942}"/>
                  </a:ext>
                </a:extLst>
              </p:cNvPr>
              <p:cNvSpPr txBox="1"/>
              <p:nvPr/>
            </p:nvSpPr>
            <p:spPr>
              <a:xfrm>
                <a:off x="11079454" y="2768166"/>
                <a:ext cx="281097" cy="487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050" dirty="0">
                    <a:sym typeface="Symbol" panose="05050102010706020507" pitchFamily="18" charset="2"/>
                  </a:rPr>
                  <a:t></a:t>
                </a:r>
                <a:endParaRPr lang="en-AU" sz="105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3042F6B-C79D-416F-B55E-BC964BFB078D}"/>
                  </a:ext>
                </a:extLst>
              </p:cNvPr>
              <p:cNvSpPr txBox="1"/>
              <p:nvPr/>
            </p:nvSpPr>
            <p:spPr>
              <a:xfrm>
                <a:off x="10013738" y="2942219"/>
                <a:ext cx="3419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ym typeface="Symbol" panose="05050102010706020507" pitchFamily="18" charset="2"/>
                  </a:rPr>
                  <a:t></a:t>
                </a:r>
                <a:endParaRPr lang="en-A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244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EC0042E-9560-4C3A-886D-31CF423EBC97}"/>
              </a:ext>
            </a:extLst>
          </p:cNvPr>
          <p:cNvSpPr/>
          <p:nvPr/>
        </p:nvSpPr>
        <p:spPr>
          <a:xfrm>
            <a:off x="2097451" y="4488232"/>
            <a:ext cx="5760000" cy="672634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0A064A-3C87-421E-88DC-A226EE4458E8}"/>
              </a:ext>
            </a:extLst>
          </p:cNvPr>
          <p:cNvSpPr/>
          <p:nvPr/>
        </p:nvSpPr>
        <p:spPr>
          <a:xfrm>
            <a:off x="4968552" y="1935369"/>
            <a:ext cx="3600" cy="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BEE186-B201-4CF1-90D8-36DAD3404286}"/>
              </a:ext>
            </a:extLst>
          </p:cNvPr>
          <p:cNvCxnSpPr>
            <a:cxnSpLocks/>
            <a:stCxn id="3" idx="2"/>
            <a:endCxn id="4" idx="3"/>
          </p:cNvCxnSpPr>
          <p:nvPr/>
        </p:nvCxnSpPr>
        <p:spPr>
          <a:xfrm flipV="1">
            <a:off x="2097451" y="1938442"/>
            <a:ext cx="2871628" cy="2886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597060-8A37-451A-913F-70AC35CFA0C4}"/>
              </a:ext>
            </a:extLst>
          </p:cNvPr>
          <p:cNvCxnSpPr>
            <a:cxnSpLocks/>
            <a:stCxn id="3" idx="6"/>
            <a:endCxn id="4" idx="6"/>
          </p:cNvCxnSpPr>
          <p:nvPr/>
        </p:nvCxnSpPr>
        <p:spPr>
          <a:xfrm flipH="1" flipV="1">
            <a:off x="4972152" y="1937169"/>
            <a:ext cx="2885299" cy="2887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37C40E-C39B-4A9E-88C7-90510007C713}"/>
              </a:ext>
            </a:extLst>
          </p:cNvPr>
          <p:cNvCxnSpPr>
            <a:cxnSpLocks/>
            <a:stCxn id="3" idx="3"/>
            <a:endCxn id="4" idx="4"/>
          </p:cNvCxnSpPr>
          <p:nvPr/>
        </p:nvCxnSpPr>
        <p:spPr>
          <a:xfrm flipV="1">
            <a:off x="2940983" y="1938969"/>
            <a:ext cx="2029369" cy="3123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BBCB57-11A6-4650-BCAF-70CA46423329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flipV="1">
            <a:off x="2940983" y="1938442"/>
            <a:ext cx="2028096" cy="2648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87E3C6-86B8-44EB-9840-149E7D6DCDC9}"/>
              </a:ext>
            </a:extLst>
          </p:cNvPr>
          <p:cNvCxnSpPr>
            <a:cxnSpLocks/>
            <a:stCxn id="3" idx="7"/>
            <a:endCxn id="4" idx="2"/>
          </p:cNvCxnSpPr>
          <p:nvPr/>
        </p:nvCxnSpPr>
        <p:spPr>
          <a:xfrm flipH="1" flipV="1">
            <a:off x="4968552" y="1937169"/>
            <a:ext cx="2045367" cy="2649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F768D22-1696-41DA-B3B5-902E5766D5E2}"/>
              </a:ext>
            </a:extLst>
          </p:cNvPr>
          <p:cNvCxnSpPr>
            <a:cxnSpLocks/>
            <a:stCxn id="3" idx="5"/>
            <a:endCxn id="4" idx="1"/>
          </p:cNvCxnSpPr>
          <p:nvPr/>
        </p:nvCxnSpPr>
        <p:spPr>
          <a:xfrm flipH="1" flipV="1">
            <a:off x="4969079" y="1935896"/>
            <a:ext cx="2044840" cy="3126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C339E4-7BD3-4ABF-B578-0837360FBBFA}"/>
              </a:ext>
            </a:extLst>
          </p:cNvPr>
          <p:cNvCxnSpPr>
            <a:cxnSpLocks/>
            <a:stCxn id="3" idx="0"/>
            <a:endCxn id="4" idx="0"/>
          </p:cNvCxnSpPr>
          <p:nvPr/>
        </p:nvCxnSpPr>
        <p:spPr>
          <a:xfrm flipH="1" flipV="1">
            <a:off x="4970352" y="1935369"/>
            <a:ext cx="7099" cy="2552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8E3B59-F32F-44F3-BA4C-38CABCBDAC38}"/>
              </a:ext>
            </a:extLst>
          </p:cNvPr>
          <p:cNvCxnSpPr>
            <a:cxnSpLocks/>
            <a:stCxn id="3" idx="4"/>
            <a:endCxn id="4" idx="3"/>
          </p:cNvCxnSpPr>
          <p:nvPr/>
        </p:nvCxnSpPr>
        <p:spPr>
          <a:xfrm flipH="1" flipV="1">
            <a:off x="4969079" y="1938442"/>
            <a:ext cx="8372" cy="3222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76313E-CBBA-4EF4-8568-0ABB6D55E4D1}"/>
              </a:ext>
            </a:extLst>
          </p:cNvPr>
          <p:cNvCxnSpPr>
            <a:cxnSpLocks/>
          </p:cNvCxnSpPr>
          <p:nvPr/>
        </p:nvCxnSpPr>
        <p:spPr>
          <a:xfrm flipH="1" flipV="1">
            <a:off x="4979990" y="1938969"/>
            <a:ext cx="1" cy="288558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A99AE4-F662-4B7C-9F2E-3E309EE8E948}"/>
              </a:ext>
            </a:extLst>
          </p:cNvPr>
          <p:cNvCxnSpPr>
            <a:cxnSpLocks/>
            <a:stCxn id="3" idx="2"/>
            <a:endCxn id="3" idx="6"/>
          </p:cNvCxnSpPr>
          <p:nvPr/>
        </p:nvCxnSpPr>
        <p:spPr>
          <a:xfrm>
            <a:off x="2097451" y="4824549"/>
            <a:ext cx="57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EA0E19F-EE7D-4E58-AF01-6B84C563404E}"/>
              </a:ext>
            </a:extLst>
          </p:cNvPr>
          <p:cNvCxnSpPr>
            <a:cxnSpLocks/>
            <a:stCxn id="3" idx="4"/>
            <a:endCxn id="3" idx="0"/>
          </p:cNvCxnSpPr>
          <p:nvPr/>
        </p:nvCxnSpPr>
        <p:spPr>
          <a:xfrm flipV="1">
            <a:off x="4977451" y="4488232"/>
            <a:ext cx="0" cy="672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C44BC3-1777-4E34-A7FD-3B34C9AAFE10}"/>
              </a:ext>
            </a:extLst>
          </p:cNvPr>
          <p:cNvCxnSpPr>
            <a:cxnSpLocks/>
            <a:endCxn id="3" idx="6"/>
          </p:cNvCxnSpPr>
          <p:nvPr/>
        </p:nvCxnSpPr>
        <p:spPr>
          <a:xfrm flipV="1">
            <a:off x="4970879" y="4824549"/>
            <a:ext cx="2886572" cy="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4AA5A2-B422-4CA3-95EC-1139D39D0367}"/>
              </a:ext>
            </a:extLst>
          </p:cNvPr>
          <p:cNvCxnSpPr>
            <a:cxnSpLocks/>
            <a:stCxn id="4" idx="7"/>
            <a:endCxn id="3" idx="6"/>
          </p:cNvCxnSpPr>
          <p:nvPr/>
        </p:nvCxnSpPr>
        <p:spPr>
          <a:xfrm>
            <a:off x="4971625" y="1935896"/>
            <a:ext cx="2885826" cy="28886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A82FB1-09E5-439F-B8BA-66EC0C305100}"/>
                  </a:ext>
                </a:extLst>
              </p:cNvPr>
              <p:cNvSpPr txBox="1"/>
              <p:nvPr/>
            </p:nvSpPr>
            <p:spPr>
              <a:xfrm>
                <a:off x="1407757" y="2512831"/>
                <a:ext cx="2390775" cy="609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A82FB1-09E5-439F-B8BA-66EC0C305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757" y="2512831"/>
                <a:ext cx="2390775" cy="609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504B03-6766-45CC-ABC9-114AB76F63B3}"/>
                  </a:ext>
                </a:extLst>
              </p:cNvPr>
              <p:cNvSpPr txBox="1"/>
              <p:nvPr/>
            </p:nvSpPr>
            <p:spPr>
              <a:xfrm>
                <a:off x="4519312" y="3195556"/>
                <a:ext cx="5810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504B03-6766-45CC-ABC9-114AB76F6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312" y="3195556"/>
                <a:ext cx="581022" cy="369332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20BC9-20B2-47C0-8AD8-4D78640A7A0B}"/>
                  </a:ext>
                </a:extLst>
              </p:cNvPr>
              <p:cNvSpPr txBox="1"/>
              <p:nvPr/>
            </p:nvSpPr>
            <p:spPr>
              <a:xfrm>
                <a:off x="6103985" y="4800707"/>
                <a:ext cx="5810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820BC9-20B2-47C0-8AD8-4D78640A7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85" y="4800707"/>
                <a:ext cx="58102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E74B99-02A3-45EE-A6B0-561585471080}"/>
                  </a:ext>
                </a:extLst>
              </p:cNvPr>
              <p:cNvSpPr txBox="1"/>
              <p:nvPr/>
            </p:nvSpPr>
            <p:spPr>
              <a:xfrm rot="2660179">
                <a:off x="6030507" y="3185276"/>
                <a:ext cx="1203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𝑀𝑒𝑟𝑖𝑑𝑖𝑎𝑛</m:t>
                      </m:r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E74B99-02A3-45EE-A6B0-561585471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660179">
                <a:off x="6030507" y="3185276"/>
                <a:ext cx="12033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383D66-12F2-4FDC-B9CA-558B74A4B8BC}"/>
                  </a:ext>
                </a:extLst>
              </p:cNvPr>
              <p:cNvSpPr txBox="1"/>
              <p:nvPr/>
            </p:nvSpPr>
            <p:spPr>
              <a:xfrm>
                <a:off x="4788560" y="4798255"/>
                <a:ext cx="60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383D66-12F2-4FDC-B9CA-558B74A4B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560" y="4798255"/>
                <a:ext cx="6080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45CEAB-C4B1-41A5-A9B0-B2FEFFE797C7}"/>
                  </a:ext>
                </a:extLst>
              </p:cNvPr>
              <p:cNvSpPr txBox="1"/>
              <p:nvPr/>
            </p:nvSpPr>
            <p:spPr>
              <a:xfrm>
                <a:off x="4492274" y="1792986"/>
                <a:ext cx="60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45CEAB-C4B1-41A5-A9B0-B2FEFFE79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274" y="1792986"/>
                <a:ext cx="60806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0266551-3312-44D2-BB9E-3D8B15D1581F}"/>
                  </a:ext>
                </a:extLst>
              </p:cNvPr>
              <p:cNvSpPr txBox="1"/>
              <p:nvPr/>
            </p:nvSpPr>
            <p:spPr>
              <a:xfrm>
                <a:off x="4525475" y="4479779"/>
                <a:ext cx="60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0266551-3312-44D2-BB9E-3D8B15D15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475" y="4479779"/>
                <a:ext cx="60806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24D25-4C40-457A-A34E-8FCE8B45A6A1}"/>
                  </a:ext>
                </a:extLst>
              </p:cNvPr>
              <p:cNvSpPr txBox="1"/>
              <p:nvPr/>
            </p:nvSpPr>
            <p:spPr>
              <a:xfrm>
                <a:off x="7550227" y="4803798"/>
                <a:ext cx="60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24D25-4C40-457A-A34E-8FCE8B45A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227" y="4803798"/>
                <a:ext cx="60806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379F8C0-A605-4EB6-91EF-9E361A5704BC}"/>
              </a:ext>
            </a:extLst>
          </p:cNvPr>
          <p:cNvSpPr txBox="1"/>
          <p:nvPr/>
        </p:nvSpPr>
        <p:spPr>
          <a:xfrm>
            <a:off x="4895852" y="5127507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Event Horizon</a:t>
            </a:r>
            <a:endParaRPr lang="en-A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F5E3A8-706C-4FB0-8B0B-CABD9FD70BAE}"/>
              </a:ext>
            </a:extLst>
          </p:cNvPr>
          <p:cNvSpPr txBox="1"/>
          <p:nvPr/>
        </p:nvSpPr>
        <p:spPr>
          <a:xfrm>
            <a:off x="5057998" y="1792985"/>
            <a:ext cx="143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Free Space</a:t>
            </a:r>
            <a:endParaRPr lang="en-AU" dirty="0"/>
          </a:p>
        </p:txBody>
      </p:sp>
      <p:sp>
        <p:nvSpPr>
          <p:cNvPr id="45" name="Arc 44" hidden="1">
            <a:extLst>
              <a:ext uri="{FF2B5EF4-FFF2-40B4-BE49-F238E27FC236}">
                <a16:creationId xmlns:a16="http://schemas.microsoft.com/office/drawing/2014/main" id="{012F6913-1623-4C49-84F3-749C70B2C3EA}"/>
              </a:ext>
            </a:extLst>
          </p:cNvPr>
          <p:cNvSpPr/>
          <p:nvPr/>
        </p:nvSpPr>
        <p:spPr>
          <a:xfrm>
            <a:off x="2124038" y="1935369"/>
            <a:ext cx="5734050" cy="6000750"/>
          </a:xfrm>
          <a:prstGeom prst="arc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TextBox 45" hidden="1">
            <a:extLst>
              <a:ext uri="{FF2B5EF4-FFF2-40B4-BE49-F238E27FC236}">
                <a16:creationId xmlns:a16="http://schemas.microsoft.com/office/drawing/2014/main" id="{10BE44B3-FA9F-4FEC-873A-E1A90DB85E9E}"/>
              </a:ext>
            </a:extLst>
          </p:cNvPr>
          <p:cNvSpPr txBox="1"/>
          <p:nvPr/>
        </p:nvSpPr>
        <p:spPr>
          <a:xfrm rot="3700048">
            <a:off x="6764489" y="3223332"/>
            <a:ext cx="1596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5">
                    <a:lumMod val="75000"/>
                  </a:schemeClr>
                </a:solidFill>
              </a:rPr>
              <a:t>Hypersphere Meridian</a:t>
            </a:r>
            <a:endParaRPr lang="en-AU" sz="1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29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3019</TotalTime>
  <Words>46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 Lawn</dc:creator>
  <cp:lastModifiedBy>Don Lawn</cp:lastModifiedBy>
  <cp:revision>216</cp:revision>
  <dcterms:created xsi:type="dcterms:W3CDTF">2026-05-04T14:30:05Z</dcterms:created>
  <dcterms:modified xsi:type="dcterms:W3CDTF">2026-06-17T10:54:23Z</dcterms:modified>
</cp:coreProperties>
</file>